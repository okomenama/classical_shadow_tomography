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89" r:id="rId1"/>
  </p:sldMasterIdLst>
  <p:notesMasterIdLst>
    <p:notesMasterId r:id="rId17"/>
  </p:notesMasterIdLst>
  <p:sldIdLst>
    <p:sldId id="258" r:id="rId2"/>
    <p:sldId id="259" r:id="rId3"/>
    <p:sldId id="260" r:id="rId4"/>
    <p:sldId id="264" r:id="rId5"/>
    <p:sldId id="265" r:id="rId6"/>
    <p:sldId id="272" r:id="rId7"/>
    <p:sldId id="270" r:id="rId8"/>
    <p:sldId id="271" r:id="rId9"/>
    <p:sldId id="267" r:id="rId10"/>
    <p:sldId id="266" r:id="rId11"/>
    <p:sldId id="261" r:id="rId12"/>
    <p:sldId id="256" r:id="rId13"/>
    <p:sldId id="268" r:id="rId14"/>
    <p:sldId id="269" r:id="rId15"/>
    <p:sldId id="263" r:id="rId1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2433"/>
    <a:srgbClr val="E9713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602427-A161-2641-BD92-250C47FFB2C1}" v="730" dt="2025-11-08T05:56:38.7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72"/>
    <p:restoredTop sz="94722"/>
  </p:normalViewPr>
  <p:slideViewPr>
    <p:cSldViewPr snapToGrid="0">
      <p:cViewPr varScale="1">
        <p:scale>
          <a:sx n="115" d="100"/>
          <a:sy n="115" d="100"/>
        </p:scale>
        <p:origin x="520"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久保　亘" userId="a62b1994-995d-4136-ab25-62794e67356e" providerId="ADAL" clId="{5F1A2787-42E5-59AC-BCDE-BCD285BF5B36}"/>
    <pc:docChg chg="undo custSel addSld delSld modSld sldOrd">
      <pc:chgData name="久保　亘" userId="a62b1994-995d-4136-ab25-62794e67356e" providerId="ADAL" clId="{5F1A2787-42E5-59AC-BCDE-BCD285BF5B36}" dt="2025-11-08T05:58:46.618" v="5213" actId="1076"/>
      <pc:docMkLst>
        <pc:docMk/>
      </pc:docMkLst>
      <pc:sldChg chg="addSp modSp add mod">
        <pc:chgData name="久保　亘" userId="a62b1994-995d-4136-ab25-62794e67356e" providerId="ADAL" clId="{5F1A2787-42E5-59AC-BCDE-BCD285BF5B36}" dt="2025-11-08T04:21:56.133" v="2879" actId="20577"/>
        <pc:sldMkLst>
          <pc:docMk/>
          <pc:sldMk cId="859741856" sldId="256"/>
        </pc:sldMkLst>
        <pc:spChg chg="add mod">
          <ac:chgData name="久保　亘" userId="a62b1994-995d-4136-ab25-62794e67356e" providerId="ADAL" clId="{5F1A2787-42E5-59AC-BCDE-BCD285BF5B36}" dt="2025-11-08T04:21:56.133" v="2879" actId="20577"/>
          <ac:spMkLst>
            <pc:docMk/>
            <pc:sldMk cId="859741856" sldId="256"/>
            <ac:spMk id="2" creationId="{A2072866-FCDB-4DE1-A2DA-4C127384154C}"/>
          </ac:spMkLst>
        </pc:spChg>
      </pc:sldChg>
      <pc:sldChg chg="modSp del mod">
        <pc:chgData name="久保　亘" userId="a62b1994-995d-4136-ab25-62794e67356e" providerId="ADAL" clId="{5F1A2787-42E5-59AC-BCDE-BCD285BF5B36}" dt="2025-11-08T05:52:20.390" v="5152" actId="2696"/>
        <pc:sldMkLst>
          <pc:docMk/>
          <pc:sldMk cId="3018805297" sldId="257"/>
        </pc:sldMkLst>
        <pc:spChg chg="mod">
          <ac:chgData name="久保　亘" userId="a62b1994-995d-4136-ab25-62794e67356e" providerId="ADAL" clId="{5F1A2787-42E5-59AC-BCDE-BCD285BF5B36}" dt="2025-11-07T10:33:18.175" v="1209" actId="27636"/>
          <ac:spMkLst>
            <pc:docMk/>
            <pc:sldMk cId="3018805297" sldId="257"/>
            <ac:spMk id="2" creationId="{F5524242-FAC2-FA8D-4318-29144122EFFC}"/>
          </ac:spMkLst>
        </pc:spChg>
        <pc:spChg chg="mod">
          <ac:chgData name="久保　亘" userId="a62b1994-995d-4136-ab25-62794e67356e" providerId="ADAL" clId="{5F1A2787-42E5-59AC-BCDE-BCD285BF5B36}" dt="2025-11-07T10:33:33.424" v="1226" actId="27636"/>
          <ac:spMkLst>
            <pc:docMk/>
            <pc:sldMk cId="3018805297" sldId="257"/>
            <ac:spMk id="3" creationId="{A5B71C70-EE9C-9E9E-2EE4-42C65A5836D0}"/>
          </ac:spMkLst>
        </pc:spChg>
      </pc:sldChg>
      <pc:sldChg chg="addSp delSp modSp mod setBg">
        <pc:chgData name="久保　亘" userId="a62b1994-995d-4136-ab25-62794e67356e" providerId="ADAL" clId="{5F1A2787-42E5-59AC-BCDE-BCD285BF5B36}" dt="2025-11-08T04:42:44.868" v="2910" actId="14100"/>
        <pc:sldMkLst>
          <pc:docMk/>
          <pc:sldMk cId="1396005863" sldId="258"/>
        </pc:sldMkLst>
        <pc:spChg chg="mod">
          <ac:chgData name="久保　亘" userId="a62b1994-995d-4136-ab25-62794e67356e" providerId="ADAL" clId="{5F1A2787-42E5-59AC-BCDE-BCD285BF5B36}" dt="2025-11-08T04:42:44.868" v="2910" actId="14100"/>
          <ac:spMkLst>
            <pc:docMk/>
            <pc:sldMk cId="1396005863" sldId="258"/>
            <ac:spMk id="2" creationId="{68343850-8FC5-4601-5DEE-C37EF00C4D06}"/>
          </ac:spMkLst>
        </pc:spChg>
        <pc:spChg chg="mod">
          <ac:chgData name="久保　亘" userId="a62b1994-995d-4136-ab25-62794e67356e" providerId="ADAL" clId="{5F1A2787-42E5-59AC-BCDE-BCD285BF5B36}" dt="2025-11-06T10:12:05.448" v="26" actId="20577"/>
          <ac:spMkLst>
            <pc:docMk/>
            <pc:sldMk cId="1396005863" sldId="258"/>
            <ac:spMk id="3" creationId="{06C7DD22-D38D-E7EE-9CC1-45E83BEDCB04}"/>
          </ac:spMkLst>
        </pc:spChg>
        <pc:spChg chg="mod">
          <ac:chgData name="久保　亘" userId="a62b1994-995d-4136-ab25-62794e67356e" providerId="ADAL" clId="{5F1A2787-42E5-59AC-BCDE-BCD285BF5B36}" dt="2025-11-07T10:16:18.063" v="746" actId="1076"/>
          <ac:spMkLst>
            <pc:docMk/>
            <pc:sldMk cId="1396005863" sldId="258"/>
            <ac:spMk id="4" creationId="{2CA69D76-DB43-B1A1-8748-12F3DBFA6272}"/>
          </ac:spMkLst>
        </pc:spChg>
        <pc:spChg chg="mod">
          <ac:chgData name="久保　亘" userId="a62b1994-995d-4136-ab25-62794e67356e" providerId="ADAL" clId="{5F1A2787-42E5-59AC-BCDE-BCD285BF5B36}" dt="2025-11-07T10:16:14.948" v="745" actId="1076"/>
          <ac:spMkLst>
            <pc:docMk/>
            <pc:sldMk cId="1396005863" sldId="258"/>
            <ac:spMk id="5" creationId="{AD5E5C54-EA09-F108-0084-52AE3E056DE3}"/>
          </ac:spMkLst>
        </pc:spChg>
        <pc:spChg chg="add del mod">
          <ac:chgData name="久保　亘" userId="a62b1994-995d-4136-ab25-62794e67356e" providerId="ADAL" clId="{5F1A2787-42E5-59AC-BCDE-BCD285BF5B36}" dt="2025-11-07T09:54:55.605" v="475" actId="478"/>
          <ac:spMkLst>
            <pc:docMk/>
            <pc:sldMk cId="1396005863" sldId="258"/>
            <ac:spMk id="6" creationId="{1E473026-512A-657A-68C6-C1128718905E}"/>
          </ac:spMkLst>
        </pc:spChg>
        <pc:spChg chg="add mod">
          <ac:chgData name="久保　亘" userId="a62b1994-995d-4136-ab25-62794e67356e" providerId="ADAL" clId="{5F1A2787-42E5-59AC-BCDE-BCD285BF5B36}" dt="2025-11-07T10:16:49.610" v="748" actId="113"/>
          <ac:spMkLst>
            <pc:docMk/>
            <pc:sldMk cId="1396005863" sldId="258"/>
            <ac:spMk id="8" creationId="{101C66C0-6047-D20C-ECC7-2986C097A2B5}"/>
          </ac:spMkLst>
        </pc:spChg>
        <pc:spChg chg="add mod">
          <ac:chgData name="久保　亘" userId="a62b1994-995d-4136-ab25-62794e67356e" providerId="ADAL" clId="{5F1A2787-42E5-59AC-BCDE-BCD285BF5B36}" dt="2025-11-07T10:16:46.259" v="747" actId="113"/>
          <ac:spMkLst>
            <pc:docMk/>
            <pc:sldMk cId="1396005863" sldId="258"/>
            <ac:spMk id="10" creationId="{3BDB03A6-1F32-ED63-0025-70351DD4040B}"/>
          </ac:spMkLst>
        </pc:spChg>
        <pc:spChg chg="add mod">
          <ac:chgData name="久保　亘" userId="a62b1994-995d-4136-ab25-62794e67356e" providerId="ADAL" clId="{5F1A2787-42E5-59AC-BCDE-BCD285BF5B36}" dt="2025-11-07T10:13:50.961" v="666" actId="1076"/>
          <ac:spMkLst>
            <pc:docMk/>
            <pc:sldMk cId="1396005863" sldId="258"/>
            <ac:spMk id="16" creationId="{5D81A519-2DB7-CB45-E082-F017ACD60E16}"/>
          </ac:spMkLst>
        </pc:spChg>
        <pc:spChg chg="add mod">
          <ac:chgData name="久保　亘" userId="a62b1994-995d-4136-ab25-62794e67356e" providerId="ADAL" clId="{5F1A2787-42E5-59AC-BCDE-BCD285BF5B36}" dt="2025-11-07T10:14:31.713" v="716" actId="1076"/>
          <ac:spMkLst>
            <pc:docMk/>
            <pc:sldMk cId="1396005863" sldId="258"/>
            <ac:spMk id="17" creationId="{2EA3F70D-0345-E5A6-5A21-9ADAC8A35A12}"/>
          </ac:spMkLst>
        </pc:spChg>
        <pc:spChg chg="add mod">
          <ac:chgData name="久保　亘" userId="a62b1994-995d-4136-ab25-62794e67356e" providerId="ADAL" clId="{5F1A2787-42E5-59AC-BCDE-BCD285BF5B36}" dt="2025-11-07T10:11:19.260" v="641" actId="14100"/>
          <ac:spMkLst>
            <pc:docMk/>
            <pc:sldMk cId="1396005863" sldId="258"/>
            <ac:spMk id="18" creationId="{567EC018-7F89-2AC3-5D28-BC2A0ABB7E67}"/>
          </ac:spMkLst>
        </pc:spChg>
        <pc:spChg chg="add mod">
          <ac:chgData name="久保　亘" userId="a62b1994-995d-4136-ab25-62794e67356e" providerId="ADAL" clId="{5F1A2787-42E5-59AC-BCDE-BCD285BF5B36}" dt="2025-11-07T10:11:19.260" v="641" actId="14100"/>
          <ac:spMkLst>
            <pc:docMk/>
            <pc:sldMk cId="1396005863" sldId="258"/>
            <ac:spMk id="19" creationId="{01E03164-AC65-22CA-42A9-F737A3A92A3B}"/>
          </ac:spMkLst>
        </pc:spChg>
        <pc:spChg chg="add mod">
          <ac:chgData name="久保　亘" userId="a62b1994-995d-4136-ab25-62794e67356e" providerId="ADAL" clId="{5F1A2787-42E5-59AC-BCDE-BCD285BF5B36}" dt="2025-11-07T10:17:39.840" v="754" actId="2711"/>
          <ac:spMkLst>
            <pc:docMk/>
            <pc:sldMk cId="1396005863" sldId="258"/>
            <ac:spMk id="20" creationId="{610A4EDE-304F-B6AC-4822-1D47893987DE}"/>
          </ac:spMkLst>
        </pc:spChg>
        <pc:spChg chg="add mod">
          <ac:chgData name="久保　亘" userId="a62b1994-995d-4136-ab25-62794e67356e" providerId="ADAL" clId="{5F1A2787-42E5-59AC-BCDE-BCD285BF5B36}" dt="2025-11-07T10:17:39.840" v="754" actId="2711"/>
          <ac:spMkLst>
            <pc:docMk/>
            <pc:sldMk cId="1396005863" sldId="258"/>
            <ac:spMk id="21" creationId="{B51288B0-7968-05D5-3C1E-E30198917583}"/>
          </ac:spMkLst>
        </pc:spChg>
        <pc:spChg chg="add del mod">
          <ac:chgData name="久保　亘" userId="a62b1994-995d-4136-ab25-62794e67356e" providerId="ADAL" clId="{5F1A2787-42E5-59AC-BCDE-BCD285BF5B36}" dt="2025-11-07T10:12:59.391" v="654" actId="478"/>
          <ac:spMkLst>
            <pc:docMk/>
            <pc:sldMk cId="1396005863" sldId="258"/>
            <ac:spMk id="22" creationId="{998C1ECD-FD0A-EEBD-46CA-69F7B03F48CB}"/>
          </ac:spMkLst>
        </pc:spChg>
        <pc:spChg chg="add mod">
          <ac:chgData name="久保　亘" userId="a62b1994-995d-4136-ab25-62794e67356e" providerId="ADAL" clId="{5F1A2787-42E5-59AC-BCDE-BCD285BF5B36}" dt="2025-11-07T10:14:00.701" v="695" actId="20577"/>
          <ac:spMkLst>
            <pc:docMk/>
            <pc:sldMk cId="1396005863" sldId="258"/>
            <ac:spMk id="26" creationId="{7BF89DDE-0A17-B250-9B93-97C9EDB2B521}"/>
          </ac:spMkLst>
        </pc:spChg>
        <pc:spChg chg="add mod">
          <ac:chgData name="久保　亘" userId="a62b1994-995d-4136-ab25-62794e67356e" providerId="ADAL" clId="{5F1A2787-42E5-59AC-BCDE-BCD285BF5B36}" dt="2025-11-07T10:14:08.494" v="697" actId="1076"/>
          <ac:spMkLst>
            <pc:docMk/>
            <pc:sldMk cId="1396005863" sldId="258"/>
            <ac:spMk id="27" creationId="{22D86FB8-BA90-D79C-A73F-58C3F31E91CA}"/>
          </ac:spMkLst>
        </pc:spChg>
        <pc:spChg chg="add mod">
          <ac:chgData name="久保　亘" userId="a62b1994-995d-4136-ab25-62794e67356e" providerId="ADAL" clId="{5F1A2787-42E5-59AC-BCDE-BCD285BF5B36}" dt="2025-11-07T10:14:31.713" v="716" actId="1076"/>
          <ac:spMkLst>
            <pc:docMk/>
            <pc:sldMk cId="1396005863" sldId="258"/>
            <ac:spMk id="28" creationId="{F1D9FECD-A410-1038-9147-89E944DEE17F}"/>
          </ac:spMkLst>
        </pc:spChg>
        <pc:spChg chg="add mod">
          <ac:chgData name="久保　亘" userId="a62b1994-995d-4136-ab25-62794e67356e" providerId="ADAL" clId="{5F1A2787-42E5-59AC-BCDE-BCD285BF5B36}" dt="2025-11-07T10:14:40.787" v="718" actId="1076"/>
          <ac:spMkLst>
            <pc:docMk/>
            <pc:sldMk cId="1396005863" sldId="258"/>
            <ac:spMk id="29" creationId="{9488AF08-3CA4-13F4-8E55-38116F247ED5}"/>
          </ac:spMkLst>
        </pc:spChg>
        <pc:spChg chg="add mod">
          <ac:chgData name="久保　亘" userId="a62b1994-995d-4136-ab25-62794e67356e" providerId="ADAL" clId="{5F1A2787-42E5-59AC-BCDE-BCD285BF5B36}" dt="2025-11-07T10:15:43.865" v="737" actId="13822"/>
          <ac:spMkLst>
            <pc:docMk/>
            <pc:sldMk cId="1396005863" sldId="258"/>
            <ac:spMk id="39" creationId="{0260D9BE-27A0-F0E7-7136-01A22E7BFFF0}"/>
          </ac:spMkLst>
        </pc:spChg>
        <pc:spChg chg="add mod">
          <ac:chgData name="久保　亘" userId="a62b1994-995d-4136-ab25-62794e67356e" providerId="ADAL" clId="{5F1A2787-42E5-59AC-BCDE-BCD285BF5B36}" dt="2025-11-08T04:20:20.760" v="2760" actId="20577"/>
          <ac:spMkLst>
            <pc:docMk/>
            <pc:sldMk cId="1396005863" sldId="258"/>
            <ac:spMk id="44" creationId="{21C3780E-4CD6-9833-891B-674C96EDBAFB}"/>
          </ac:spMkLst>
        </pc:spChg>
        <pc:picChg chg="add mod">
          <ac:chgData name="久保　亘" userId="a62b1994-995d-4136-ab25-62794e67356e" providerId="ADAL" clId="{5F1A2787-42E5-59AC-BCDE-BCD285BF5B36}" dt="2025-11-07T10:12:08.859" v="651" actId="1076"/>
          <ac:picMkLst>
            <pc:docMk/>
            <pc:sldMk cId="1396005863" sldId="258"/>
            <ac:picMk id="15" creationId="{6ED6AAF4-AFB2-0E5E-DB07-355E30FFF79F}"/>
          </ac:picMkLst>
        </pc:picChg>
        <pc:picChg chg="add mod">
          <ac:chgData name="久保　亘" userId="a62b1994-995d-4136-ab25-62794e67356e" providerId="ADAL" clId="{5F1A2787-42E5-59AC-BCDE-BCD285BF5B36}" dt="2025-11-07T10:14:12.112" v="699" actId="1076"/>
          <ac:picMkLst>
            <pc:docMk/>
            <pc:sldMk cId="1396005863" sldId="258"/>
            <ac:picMk id="24" creationId="{41A6D840-8982-E381-1EE5-B7DE14F50429}"/>
          </ac:picMkLst>
        </pc:picChg>
        <pc:picChg chg="add mod">
          <ac:chgData name="久保　亘" userId="a62b1994-995d-4136-ab25-62794e67356e" providerId="ADAL" clId="{5F1A2787-42E5-59AC-BCDE-BCD285BF5B36}" dt="2025-11-07T10:15:57.694" v="740" actId="1076"/>
          <ac:picMkLst>
            <pc:docMk/>
            <pc:sldMk cId="1396005863" sldId="258"/>
            <ac:picMk id="25" creationId="{190F65B3-455B-B25B-B8C7-FFB17F2FA326}"/>
          </ac:picMkLst>
        </pc:picChg>
        <pc:picChg chg="add mod">
          <ac:chgData name="久保　亘" userId="a62b1994-995d-4136-ab25-62794e67356e" providerId="ADAL" clId="{5F1A2787-42E5-59AC-BCDE-BCD285BF5B36}" dt="2025-11-07T10:15:59.402" v="741"/>
          <ac:picMkLst>
            <pc:docMk/>
            <pc:sldMk cId="1396005863" sldId="258"/>
            <ac:picMk id="41" creationId="{C4E0BE55-C074-8DF6-CED9-C8ADC1F74C21}"/>
          </ac:picMkLst>
        </pc:picChg>
        <pc:picChg chg="add mod">
          <ac:chgData name="久保　亘" userId="a62b1994-995d-4136-ab25-62794e67356e" providerId="ADAL" clId="{5F1A2787-42E5-59AC-BCDE-BCD285BF5B36}" dt="2025-11-07T10:12:50.633" v="652" actId="1076"/>
          <ac:picMkLst>
            <pc:docMk/>
            <pc:sldMk cId="1396005863" sldId="258"/>
            <ac:picMk id="1026" creationId="{74EA75F7-B503-4AF2-1CCD-7F028F163AC0}"/>
          </ac:picMkLst>
        </pc:picChg>
        <pc:cxnChg chg="add mod">
          <ac:chgData name="久保　亘" userId="a62b1994-995d-4136-ab25-62794e67356e" providerId="ADAL" clId="{5F1A2787-42E5-59AC-BCDE-BCD285BF5B36}" dt="2025-11-07T10:10:22.026" v="592" actId="1076"/>
          <ac:cxnSpMkLst>
            <pc:docMk/>
            <pc:sldMk cId="1396005863" sldId="258"/>
            <ac:cxnSpMk id="12" creationId="{3EEF4998-2F26-CBFA-F3A0-69E55CF8003E}"/>
          </ac:cxnSpMkLst>
        </pc:cxnChg>
        <pc:cxnChg chg="add mod">
          <ac:chgData name="久保　亘" userId="a62b1994-995d-4136-ab25-62794e67356e" providerId="ADAL" clId="{5F1A2787-42E5-59AC-BCDE-BCD285BF5B36}" dt="2025-11-07T10:14:50.147" v="721" actId="14100"/>
          <ac:cxnSpMkLst>
            <pc:docMk/>
            <pc:sldMk cId="1396005863" sldId="258"/>
            <ac:cxnSpMk id="30" creationId="{95A81B58-592E-BCD5-7A1F-576E2F907FB3}"/>
          </ac:cxnSpMkLst>
        </pc:cxnChg>
        <pc:cxnChg chg="add mod">
          <ac:chgData name="久保　亘" userId="a62b1994-995d-4136-ab25-62794e67356e" providerId="ADAL" clId="{5F1A2787-42E5-59AC-BCDE-BCD285BF5B36}" dt="2025-11-07T10:14:56.963" v="724" actId="14100"/>
          <ac:cxnSpMkLst>
            <pc:docMk/>
            <pc:sldMk cId="1396005863" sldId="258"/>
            <ac:cxnSpMk id="32" creationId="{71477D0B-C3F7-DC55-8CB2-BD6DE43EA63C}"/>
          </ac:cxnSpMkLst>
        </pc:cxnChg>
        <pc:cxnChg chg="add mod">
          <ac:chgData name="久保　亘" userId="a62b1994-995d-4136-ab25-62794e67356e" providerId="ADAL" clId="{5F1A2787-42E5-59AC-BCDE-BCD285BF5B36}" dt="2025-11-07T10:15:03.981" v="727" actId="14100"/>
          <ac:cxnSpMkLst>
            <pc:docMk/>
            <pc:sldMk cId="1396005863" sldId="258"/>
            <ac:cxnSpMk id="35" creationId="{BE4D56BC-5450-C080-22D6-1FB4E3F84ECF}"/>
          </ac:cxnSpMkLst>
        </pc:cxnChg>
        <pc:cxnChg chg="add mod">
          <ac:chgData name="久保　亘" userId="a62b1994-995d-4136-ab25-62794e67356e" providerId="ADAL" clId="{5F1A2787-42E5-59AC-BCDE-BCD285BF5B36}" dt="2025-11-07T10:15:08.681" v="729" actId="1076"/>
          <ac:cxnSpMkLst>
            <pc:docMk/>
            <pc:sldMk cId="1396005863" sldId="258"/>
            <ac:cxnSpMk id="37" creationId="{6A4FA0AF-69AF-2C63-8A66-06DE95BFBFC7}"/>
          </ac:cxnSpMkLst>
        </pc:cxnChg>
        <pc:cxnChg chg="add mod">
          <ac:chgData name="久保　亘" userId="a62b1994-995d-4136-ab25-62794e67356e" providerId="ADAL" clId="{5F1A2787-42E5-59AC-BCDE-BCD285BF5B36}" dt="2025-11-07T10:15:24.317" v="732" actId="693"/>
          <ac:cxnSpMkLst>
            <pc:docMk/>
            <pc:sldMk cId="1396005863" sldId="258"/>
            <ac:cxnSpMk id="38" creationId="{D4F63222-DFD2-AB96-9BC0-F48D6A76788A}"/>
          </ac:cxnSpMkLst>
        </pc:cxnChg>
        <pc:cxnChg chg="add mod">
          <ac:chgData name="久保　亘" userId="a62b1994-995d-4136-ab25-62794e67356e" providerId="ADAL" clId="{5F1A2787-42E5-59AC-BCDE-BCD285BF5B36}" dt="2025-11-07T10:15:54.921" v="739" actId="1076"/>
          <ac:cxnSpMkLst>
            <pc:docMk/>
            <pc:sldMk cId="1396005863" sldId="258"/>
            <ac:cxnSpMk id="40" creationId="{9A8818AF-47C1-E3F4-CEE0-E0836B3E3F16}"/>
          </ac:cxnSpMkLst>
        </pc:cxnChg>
        <pc:cxnChg chg="add mod">
          <ac:chgData name="久保　亘" userId="a62b1994-995d-4136-ab25-62794e67356e" providerId="ADAL" clId="{5F1A2787-42E5-59AC-BCDE-BCD285BF5B36}" dt="2025-11-07T10:16:09.066" v="744" actId="14100"/>
          <ac:cxnSpMkLst>
            <pc:docMk/>
            <pc:sldMk cId="1396005863" sldId="258"/>
            <ac:cxnSpMk id="42" creationId="{97F5BC5D-CF53-E948-2B5F-AEEB52272279}"/>
          </ac:cxnSpMkLst>
        </pc:cxnChg>
      </pc:sldChg>
      <pc:sldChg chg="addSp modSp mod setBg">
        <pc:chgData name="久保　亘" userId="a62b1994-995d-4136-ab25-62794e67356e" providerId="ADAL" clId="{5F1A2787-42E5-59AC-BCDE-BCD285BF5B36}" dt="2025-11-08T04:42:50.975" v="2917" actId="14100"/>
        <pc:sldMkLst>
          <pc:docMk/>
          <pc:sldMk cId="369614729" sldId="259"/>
        </pc:sldMkLst>
        <pc:spChg chg="mod">
          <ac:chgData name="久保　亘" userId="a62b1994-995d-4136-ab25-62794e67356e" providerId="ADAL" clId="{5F1A2787-42E5-59AC-BCDE-BCD285BF5B36}" dt="2025-11-08T04:42:50.975" v="2917" actId="14100"/>
          <ac:spMkLst>
            <pc:docMk/>
            <pc:sldMk cId="369614729" sldId="259"/>
            <ac:spMk id="2" creationId="{E8A5FB7F-0D6A-E57C-B11D-D0C3532F8F4D}"/>
          </ac:spMkLst>
        </pc:spChg>
        <pc:spChg chg="add mod">
          <ac:chgData name="久保　亘" userId="a62b1994-995d-4136-ab25-62794e67356e" providerId="ADAL" clId="{5F1A2787-42E5-59AC-BCDE-BCD285BF5B36}" dt="2025-11-08T04:20:24.987" v="2761"/>
          <ac:spMkLst>
            <pc:docMk/>
            <pc:sldMk cId="369614729" sldId="259"/>
            <ac:spMk id="3" creationId="{F9825A01-9CE0-B72E-7010-E8686BCF8D8F}"/>
          </ac:spMkLst>
        </pc:spChg>
        <pc:spChg chg="mod">
          <ac:chgData name="久保　亘" userId="a62b1994-995d-4136-ab25-62794e67356e" providerId="ADAL" clId="{5F1A2787-42E5-59AC-BCDE-BCD285BF5B36}" dt="2025-11-07T10:36:12.043" v="1246" actId="1076"/>
          <ac:spMkLst>
            <pc:docMk/>
            <pc:sldMk cId="369614729" sldId="259"/>
            <ac:spMk id="8" creationId="{5270A104-3ABF-CA43-3287-C93E32DC4A5E}"/>
          </ac:spMkLst>
        </pc:spChg>
        <pc:spChg chg="mod">
          <ac:chgData name="久保　亘" userId="a62b1994-995d-4136-ab25-62794e67356e" providerId="ADAL" clId="{5F1A2787-42E5-59AC-BCDE-BCD285BF5B36}" dt="2025-11-07T10:36:17.794" v="1247" actId="14100"/>
          <ac:spMkLst>
            <pc:docMk/>
            <pc:sldMk cId="369614729" sldId="259"/>
            <ac:spMk id="12" creationId="{AB8CCDC5-613E-31A9-B854-684D74FC3CB9}"/>
          </ac:spMkLst>
        </pc:spChg>
        <pc:spChg chg="mod">
          <ac:chgData name="久保　亘" userId="a62b1994-995d-4136-ab25-62794e67356e" providerId="ADAL" clId="{5F1A2787-42E5-59AC-BCDE-BCD285BF5B36}" dt="2025-11-07T10:36:00.677" v="1244" actId="1076"/>
          <ac:spMkLst>
            <pc:docMk/>
            <pc:sldMk cId="369614729" sldId="259"/>
            <ac:spMk id="13" creationId="{3DB3EA1E-B4FB-CFF6-AEF0-1AFDB7A6041A}"/>
          </ac:spMkLst>
        </pc:spChg>
        <pc:spChg chg="mod">
          <ac:chgData name="久保　亘" userId="a62b1994-995d-4136-ab25-62794e67356e" providerId="ADAL" clId="{5F1A2787-42E5-59AC-BCDE-BCD285BF5B36}" dt="2025-11-07T10:35:04.763" v="1235" actId="1076"/>
          <ac:spMkLst>
            <pc:docMk/>
            <pc:sldMk cId="369614729" sldId="259"/>
            <ac:spMk id="14" creationId="{7FB5CD16-ED6E-AFA6-8894-8BB8A0CB9A40}"/>
          </ac:spMkLst>
        </pc:spChg>
        <pc:spChg chg="mod">
          <ac:chgData name="久保　亘" userId="a62b1994-995d-4136-ab25-62794e67356e" providerId="ADAL" clId="{5F1A2787-42E5-59AC-BCDE-BCD285BF5B36}" dt="2025-11-07T10:35:17.855" v="1238" actId="1076"/>
          <ac:spMkLst>
            <pc:docMk/>
            <pc:sldMk cId="369614729" sldId="259"/>
            <ac:spMk id="17" creationId="{60DF1F83-51E5-1A6C-F3B8-BA4419D38A4C}"/>
          </ac:spMkLst>
        </pc:spChg>
        <pc:spChg chg="mod">
          <ac:chgData name="久保　亘" userId="a62b1994-995d-4136-ab25-62794e67356e" providerId="ADAL" clId="{5F1A2787-42E5-59AC-BCDE-BCD285BF5B36}" dt="2025-11-07T10:35:17.855" v="1238" actId="1076"/>
          <ac:spMkLst>
            <pc:docMk/>
            <pc:sldMk cId="369614729" sldId="259"/>
            <ac:spMk id="18" creationId="{CC999182-1B39-DECD-B001-B1ACA5EF3BA3}"/>
          </ac:spMkLst>
        </pc:spChg>
        <pc:spChg chg="mod">
          <ac:chgData name="久保　亘" userId="a62b1994-995d-4136-ab25-62794e67356e" providerId="ADAL" clId="{5F1A2787-42E5-59AC-BCDE-BCD285BF5B36}" dt="2025-11-07T10:35:10.580" v="1237" actId="14100"/>
          <ac:spMkLst>
            <pc:docMk/>
            <pc:sldMk cId="369614729" sldId="259"/>
            <ac:spMk id="19" creationId="{BA13B817-B934-3AF1-FE0C-1BF0119D8A18}"/>
          </ac:spMkLst>
        </pc:spChg>
        <pc:picChg chg="mod">
          <ac:chgData name="久保　亘" userId="a62b1994-995d-4136-ab25-62794e67356e" providerId="ADAL" clId="{5F1A2787-42E5-59AC-BCDE-BCD285BF5B36}" dt="2025-11-08T03:16:39.585" v="2102" actId="1036"/>
          <ac:picMkLst>
            <pc:docMk/>
            <pc:sldMk cId="369614729" sldId="259"/>
            <ac:picMk id="7" creationId="{C5D5EACB-BD92-639E-B4F4-5BF834EDA175}"/>
          </ac:picMkLst>
        </pc:picChg>
        <pc:picChg chg="mod">
          <ac:chgData name="久保　亘" userId="a62b1994-995d-4136-ab25-62794e67356e" providerId="ADAL" clId="{5F1A2787-42E5-59AC-BCDE-BCD285BF5B36}" dt="2025-11-07T10:34:51.286" v="1233" actId="1076"/>
          <ac:picMkLst>
            <pc:docMk/>
            <pc:sldMk cId="369614729" sldId="259"/>
            <ac:picMk id="10" creationId="{B701BB1D-D8E4-12BA-122B-139976921BCE}"/>
          </ac:picMkLst>
        </pc:picChg>
      </pc:sldChg>
      <pc:sldChg chg="addSp delSp modSp mod setBg">
        <pc:chgData name="久保　亘" userId="a62b1994-995d-4136-ab25-62794e67356e" providerId="ADAL" clId="{5F1A2787-42E5-59AC-BCDE-BCD285BF5B36}" dt="2025-11-08T04:42:58.888" v="2926" actId="14100"/>
        <pc:sldMkLst>
          <pc:docMk/>
          <pc:sldMk cId="3436400999" sldId="260"/>
        </pc:sldMkLst>
        <pc:spChg chg="mod">
          <ac:chgData name="久保　亘" userId="a62b1994-995d-4136-ab25-62794e67356e" providerId="ADAL" clId="{5F1A2787-42E5-59AC-BCDE-BCD285BF5B36}" dt="2025-11-08T04:42:58.888" v="2926" actId="14100"/>
          <ac:spMkLst>
            <pc:docMk/>
            <pc:sldMk cId="3436400999" sldId="260"/>
            <ac:spMk id="2" creationId="{0C794844-53C9-355B-8BE3-04DB36B44C82}"/>
          </ac:spMkLst>
        </pc:spChg>
        <pc:spChg chg="mod">
          <ac:chgData name="久保　亘" userId="a62b1994-995d-4136-ab25-62794e67356e" providerId="ADAL" clId="{5F1A2787-42E5-59AC-BCDE-BCD285BF5B36}" dt="2025-11-07T10:25:14.165" v="892" actId="208"/>
          <ac:spMkLst>
            <pc:docMk/>
            <pc:sldMk cId="3436400999" sldId="260"/>
            <ac:spMk id="3" creationId="{2853E828-4847-8084-1F6E-C4840631C1A5}"/>
          </ac:spMkLst>
        </pc:spChg>
        <pc:spChg chg="add del mod">
          <ac:chgData name="久保　亘" userId="a62b1994-995d-4136-ab25-62794e67356e" providerId="ADAL" clId="{5F1A2787-42E5-59AC-BCDE-BCD285BF5B36}" dt="2025-11-07T10:18:02.091" v="758"/>
          <ac:spMkLst>
            <pc:docMk/>
            <pc:sldMk cId="3436400999" sldId="260"/>
            <ac:spMk id="4" creationId="{0C5C4838-00C8-087C-DF54-D5B96212B1DC}"/>
          </ac:spMkLst>
        </pc:spChg>
        <pc:spChg chg="add mod">
          <ac:chgData name="久保　亘" userId="a62b1994-995d-4136-ab25-62794e67356e" providerId="ADAL" clId="{5F1A2787-42E5-59AC-BCDE-BCD285BF5B36}" dt="2025-11-07T10:24:59.159" v="890" actId="1076"/>
          <ac:spMkLst>
            <pc:docMk/>
            <pc:sldMk cId="3436400999" sldId="260"/>
            <ac:spMk id="10" creationId="{85B091CB-8B1D-1B4D-BF2F-BFC9F31EB51E}"/>
          </ac:spMkLst>
        </pc:spChg>
        <pc:spChg chg="mod">
          <ac:chgData name="久保　亘" userId="a62b1994-995d-4136-ab25-62794e67356e" providerId="ADAL" clId="{5F1A2787-42E5-59AC-BCDE-BCD285BF5B36}" dt="2025-11-07T10:25:21.042" v="893" actId="1076"/>
          <ac:spMkLst>
            <pc:docMk/>
            <pc:sldMk cId="3436400999" sldId="260"/>
            <ac:spMk id="11" creationId="{CBEEAC5B-3F4F-9FA2-6400-F8CAEE63D5A8}"/>
          </ac:spMkLst>
        </pc:spChg>
        <pc:spChg chg="del mod">
          <ac:chgData name="久保　亘" userId="a62b1994-995d-4136-ab25-62794e67356e" providerId="ADAL" clId="{5F1A2787-42E5-59AC-BCDE-BCD285BF5B36}" dt="2025-11-07T10:20:39.162" v="768" actId="478"/>
          <ac:spMkLst>
            <pc:docMk/>
            <pc:sldMk cId="3436400999" sldId="260"/>
            <ac:spMk id="12" creationId="{20CD4AED-CD87-9E1C-1BC5-A60B08C619A1}"/>
          </ac:spMkLst>
        </pc:spChg>
        <pc:spChg chg="mod">
          <ac:chgData name="久保　亘" userId="a62b1994-995d-4136-ab25-62794e67356e" providerId="ADAL" clId="{5F1A2787-42E5-59AC-BCDE-BCD285BF5B36}" dt="2025-11-07T10:24:53.844" v="889" actId="14100"/>
          <ac:spMkLst>
            <pc:docMk/>
            <pc:sldMk cId="3436400999" sldId="260"/>
            <ac:spMk id="13" creationId="{74B5489C-0A74-AA48-C8C0-5E77517B61D3}"/>
          </ac:spMkLst>
        </pc:spChg>
        <pc:spChg chg="add mod">
          <ac:chgData name="久保　亘" userId="a62b1994-995d-4136-ab25-62794e67356e" providerId="ADAL" clId="{5F1A2787-42E5-59AC-BCDE-BCD285BF5B36}" dt="2025-11-08T04:20:26.568" v="2762"/>
          <ac:spMkLst>
            <pc:docMk/>
            <pc:sldMk cId="3436400999" sldId="260"/>
            <ac:spMk id="14" creationId="{80E1B315-023C-E155-C419-E94B6FB74A92}"/>
          </ac:spMkLst>
        </pc:spChg>
        <pc:grpChg chg="add mod">
          <ac:chgData name="久保　亘" userId="a62b1994-995d-4136-ab25-62794e67356e" providerId="ADAL" clId="{5F1A2787-42E5-59AC-BCDE-BCD285BF5B36}" dt="2025-11-07T10:21:05.003" v="772" actId="1076"/>
          <ac:grpSpMkLst>
            <pc:docMk/>
            <pc:sldMk cId="3436400999" sldId="260"/>
            <ac:grpSpMk id="9" creationId="{BBC75A84-5A8B-CD48-8E8A-BB08BE91417A}"/>
          </ac:grpSpMkLst>
        </pc:grpChg>
        <pc:picChg chg="mod">
          <ac:chgData name="久保　亘" userId="a62b1994-995d-4136-ab25-62794e67356e" providerId="ADAL" clId="{5F1A2787-42E5-59AC-BCDE-BCD285BF5B36}" dt="2025-11-07T10:24:40.025" v="885" actId="1076"/>
          <ac:picMkLst>
            <pc:docMk/>
            <pc:sldMk cId="3436400999" sldId="260"/>
            <ac:picMk id="7" creationId="{22386538-706F-8674-89F3-6720FB98100B}"/>
          </ac:picMkLst>
        </pc:picChg>
        <pc:picChg chg="add mod">
          <ac:chgData name="久保　亘" userId="a62b1994-995d-4136-ab25-62794e67356e" providerId="ADAL" clId="{5F1A2787-42E5-59AC-BCDE-BCD285BF5B36}" dt="2025-11-07T10:18:53.284" v="766" actId="1076"/>
          <ac:picMkLst>
            <pc:docMk/>
            <pc:sldMk cId="3436400999" sldId="260"/>
            <ac:picMk id="8" creationId="{5456EFA5-DF75-D513-2D60-2E3FEAF5CDC0}"/>
          </ac:picMkLst>
        </pc:picChg>
      </pc:sldChg>
      <pc:sldChg chg="addSp delSp modSp mod ord setBg modShow">
        <pc:chgData name="久保　亘" userId="a62b1994-995d-4136-ab25-62794e67356e" providerId="ADAL" clId="{5F1A2787-42E5-59AC-BCDE-BCD285BF5B36}" dt="2025-11-08T04:22:29.564" v="2896" actId="1076"/>
        <pc:sldMkLst>
          <pc:docMk/>
          <pc:sldMk cId="901849388" sldId="261"/>
        </pc:sldMkLst>
        <pc:spChg chg="mod">
          <ac:chgData name="久保　亘" userId="a62b1994-995d-4136-ab25-62794e67356e" providerId="ADAL" clId="{5F1A2787-42E5-59AC-BCDE-BCD285BF5B36}" dt="2025-11-08T04:22:29.564" v="2896" actId="1076"/>
          <ac:spMkLst>
            <pc:docMk/>
            <pc:sldMk cId="901849388" sldId="261"/>
            <ac:spMk id="2" creationId="{043938C6-CE90-4904-247F-9CBA5F50A561}"/>
          </ac:spMkLst>
        </pc:spChg>
        <pc:spChg chg="mod">
          <ac:chgData name="久保　亘" userId="a62b1994-995d-4136-ab25-62794e67356e" providerId="ADAL" clId="{5F1A2787-42E5-59AC-BCDE-BCD285BF5B36}" dt="2025-11-07T10:34:21.268" v="1231" actId="170"/>
          <ac:spMkLst>
            <pc:docMk/>
            <pc:sldMk cId="901849388" sldId="261"/>
            <ac:spMk id="3" creationId="{590FA22E-7E21-DC14-17EE-0960C09E92B4}"/>
          </ac:spMkLst>
        </pc:spChg>
        <pc:spChg chg="add del mod">
          <ac:chgData name="久保　亘" userId="a62b1994-995d-4136-ab25-62794e67356e" providerId="ADAL" clId="{5F1A2787-42E5-59AC-BCDE-BCD285BF5B36}" dt="2025-11-07T10:27:20.638" v="899" actId="478"/>
          <ac:spMkLst>
            <pc:docMk/>
            <pc:sldMk cId="901849388" sldId="261"/>
            <ac:spMk id="4" creationId="{0A1A4FF1-6E06-BC5D-BF87-AD2F1E5AE0CE}"/>
          </ac:spMkLst>
        </pc:spChg>
        <pc:spChg chg="add del mod">
          <ac:chgData name="久保　亘" userId="a62b1994-995d-4136-ab25-62794e67356e" providerId="ADAL" clId="{5F1A2787-42E5-59AC-BCDE-BCD285BF5B36}" dt="2025-11-07T10:29:04.850" v="959" actId="478"/>
          <ac:spMkLst>
            <pc:docMk/>
            <pc:sldMk cId="901849388" sldId="261"/>
            <ac:spMk id="6" creationId="{FD9F4155-A35E-3EE8-F8C4-E03757340FD9}"/>
          </ac:spMkLst>
        </pc:spChg>
        <pc:spChg chg="add mod">
          <ac:chgData name="久保　亘" userId="a62b1994-995d-4136-ab25-62794e67356e" providerId="ADAL" clId="{5F1A2787-42E5-59AC-BCDE-BCD285BF5B36}" dt="2025-11-07T10:29:34.232" v="969" actId="1076"/>
          <ac:spMkLst>
            <pc:docMk/>
            <pc:sldMk cId="901849388" sldId="261"/>
            <ac:spMk id="10" creationId="{1CC53BB6-6CD0-A025-44B0-913A8E85C6B2}"/>
          </ac:spMkLst>
        </pc:spChg>
        <pc:spChg chg="add mod">
          <ac:chgData name="久保　亘" userId="a62b1994-995d-4136-ab25-62794e67356e" providerId="ADAL" clId="{5F1A2787-42E5-59AC-BCDE-BCD285BF5B36}" dt="2025-11-07T10:29:34.232" v="969" actId="1076"/>
          <ac:spMkLst>
            <pc:docMk/>
            <pc:sldMk cId="901849388" sldId="261"/>
            <ac:spMk id="11" creationId="{FC859E4B-E041-514B-3AB4-B91B96063FDF}"/>
          </ac:spMkLst>
        </pc:spChg>
        <pc:spChg chg="add mod">
          <ac:chgData name="久保　亘" userId="a62b1994-995d-4136-ab25-62794e67356e" providerId="ADAL" clId="{5F1A2787-42E5-59AC-BCDE-BCD285BF5B36}" dt="2025-11-07T10:29:34.232" v="969" actId="1076"/>
          <ac:spMkLst>
            <pc:docMk/>
            <pc:sldMk cId="901849388" sldId="261"/>
            <ac:spMk id="12" creationId="{C788D65E-8B56-CCA3-A055-1C435E61FBC6}"/>
          </ac:spMkLst>
        </pc:spChg>
        <pc:spChg chg="add mod">
          <ac:chgData name="久保　亘" userId="a62b1994-995d-4136-ab25-62794e67356e" providerId="ADAL" clId="{5F1A2787-42E5-59AC-BCDE-BCD285BF5B36}" dt="2025-11-07T10:29:34.232" v="969" actId="1076"/>
          <ac:spMkLst>
            <pc:docMk/>
            <pc:sldMk cId="901849388" sldId="261"/>
            <ac:spMk id="13" creationId="{55F10DF0-456C-FD14-3DE2-42A13BDB3CA9}"/>
          </ac:spMkLst>
        </pc:spChg>
        <pc:spChg chg="add mod">
          <ac:chgData name="久保　亘" userId="a62b1994-995d-4136-ab25-62794e67356e" providerId="ADAL" clId="{5F1A2787-42E5-59AC-BCDE-BCD285BF5B36}" dt="2025-11-07T10:34:32" v="1232" actId="255"/>
          <ac:spMkLst>
            <pc:docMk/>
            <pc:sldMk cId="901849388" sldId="261"/>
            <ac:spMk id="14" creationId="{59677D61-43FA-5EAB-7158-613CB19A4F2E}"/>
          </ac:spMkLst>
        </pc:spChg>
        <pc:spChg chg="add mod">
          <ac:chgData name="久保　亘" userId="a62b1994-995d-4136-ab25-62794e67356e" providerId="ADAL" clId="{5F1A2787-42E5-59AC-BCDE-BCD285BF5B36}" dt="2025-11-07T10:34:32" v="1232" actId="255"/>
          <ac:spMkLst>
            <pc:docMk/>
            <pc:sldMk cId="901849388" sldId="261"/>
            <ac:spMk id="15" creationId="{54A70C7B-5C11-B074-01A8-913032313081}"/>
          </ac:spMkLst>
        </pc:spChg>
        <pc:spChg chg="add del">
          <ac:chgData name="久保　亘" userId="a62b1994-995d-4136-ab25-62794e67356e" providerId="ADAL" clId="{5F1A2787-42E5-59AC-BCDE-BCD285BF5B36}" dt="2025-11-08T02:14:52.522" v="1321" actId="22"/>
          <ac:spMkLst>
            <pc:docMk/>
            <pc:sldMk cId="901849388" sldId="261"/>
            <ac:spMk id="17" creationId="{4F2B4240-2C5D-4783-634A-518A72E930DE}"/>
          </ac:spMkLst>
        </pc:spChg>
        <pc:spChg chg="add mod">
          <ac:chgData name="久保　亘" userId="a62b1994-995d-4136-ab25-62794e67356e" providerId="ADAL" clId="{5F1A2787-42E5-59AC-BCDE-BCD285BF5B36}" dt="2025-11-08T04:22:15.610" v="2883"/>
          <ac:spMkLst>
            <pc:docMk/>
            <pc:sldMk cId="901849388" sldId="261"/>
            <ac:spMk id="18" creationId="{FE7C7278-9E55-8F68-44EC-DED96CF75A84}"/>
          </ac:spMkLst>
        </pc:spChg>
        <pc:picChg chg="mod">
          <ac:chgData name="久保　亘" userId="a62b1994-995d-4136-ab25-62794e67356e" providerId="ADAL" clId="{5F1A2787-42E5-59AC-BCDE-BCD285BF5B36}" dt="2025-11-07T10:29:34.232" v="969" actId="1076"/>
          <ac:picMkLst>
            <pc:docMk/>
            <pc:sldMk cId="901849388" sldId="261"/>
            <ac:picMk id="5" creationId="{0E674716-14B8-1D52-0CB9-A0E2F544E304}"/>
          </ac:picMkLst>
        </pc:picChg>
        <pc:picChg chg="del">
          <ac:chgData name="久保　亘" userId="a62b1994-995d-4136-ab25-62794e67356e" providerId="ADAL" clId="{5F1A2787-42E5-59AC-BCDE-BCD285BF5B36}" dt="2025-11-07T10:27:02.216" v="895" actId="478"/>
          <ac:picMkLst>
            <pc:docMk/>
            <pc:sldMk cId="901849388" sldId="261"/>
            <ac:picMk id="8" creationId="{4C0A6293-E3B6-7755-878B-524A8B3BC8B0}"/>
          </ac:picMkLst>
        </pc:picChg>
        <pc:picChg chg="add mod">
          <ac:chgData name="久保　亘" userId="a62b1994-995d-4136-ab25-62794e67356e" providerId="ADAL" clId="{5F1A2787-42E5-59AC-BCDE-BCD285BF5B36}" dt="2025-11-07T10:29:42.054" v="970" actId="1076"/>
          <ac:picMkLst>
            <pc:docMk/>
            <pc:sldMk cId="901849388" sldId="261"/>
            <ac:picMk id="9" creationId="{2377FCC5-B619-C830-341A-0BAE4A5F9B29}"/>
          </ac:picMkLst>
        </pc:picChg>
      </pc:sldChg>
      <pc:sldChg chg="modSp new del mod">
        <pc:chgData name="久保　亘" userId="a62b1994-995d-4136-ab25-62794e67356e" providerId="ADAL" clId="{5F1A2787-42E5-59AC-BCDE-BCD285BF5B36}" dt="2025-11-08T05:52:20.389" v="5151" actId="2696"/>
        <pc:sldMkLst>
          <pc:docMk/>
          <pc:sldMk cId="1324981497" sldId="262"/>
        </pc:sldMkLst>
        <pc:spChg chg="mod">
          <ac:chgData name="久保　亘" userId="a62b1994-995d-4136-ab25-62794e67356e" providerId="ADAL" clId="{5F1A2787-42E5-59AC-BCDE-BCD285BF5B36}" dt="2025-11-08T01:19:57.812" v="1257" actId="14100"/>
          <ac:spMkLst>
            <pc:docMk/>
            <pc:sldMk cId="1324981497" sldId="262"/>
            <ac:spMk id="2" creationId="{1E073E24-7AC4-423F-3DAC-A56CB018F619}"/>
          </ac:spMkLst>
        </pc:spChg>
        <pc:spChg chg="mod">
          <ac:chgData name="久保　亘" userId="a62b1994-995d-4136-ab25-62794e67356e" providerId="ADAL" clId="{5F1A2787-42E5-59AC-BCDE-BCD285BF5B36}" dt="2025-11-08T01:21:02.493" v="1319" actId="20577"/>
          <ac:spMkLst>
            <pc:docMk/>
            <pc:sldMk cId="1324981497" sldId="262"/>
            <ac:spMk id="3" creationId="{FBB7144E-4D43-7841-1049-9E34BE3EC500}"/>
          </ac:spMkLst>
        </pc:spChg>
      </pc:sldChg>
      <pc:sldChg chg="addSp modSp add mod ord modShow">
        <pc:chgData name="久保　亘" userId="a62b1994-995d-4136-ab25-62794e67356e" providerId="ADAL" clId="{5F1A2787-42E5-59AC-BCDE-BCD285BF5B36}" dt="2025-11-08T05:33:07.103" v="4288" actId="729"/>
        <pc:sldMkLst>
          <pc:docMk/>
          <pc:sldMk cId="1314081893" sldId="263"/>
        </pc:sldMkLst>
        <pc:spChg chg="add mod">
          <ac:chgData name="久保　亘" userId="a62b1994-995d-4136-ab25-62794e67356e" providerId="ADAL" clId="{5F1A2787-42E5-59AC-BCDE-BCD285BF5B36}" dt="2025-11-08T04:21:27.464" v="2850"/>
          <ac:spMkLst>
            <pc:docMk/>
            <pc:sldMk cId="1314081893" sldId="263"/>
            <ac:spMk id="2" creationId="{AD1E3494-F2E2-DCB7-32BC-91D706FDE316}"/>
          </ac:spMkLst>
        </pc:spChg>
        <pc:spChg chg="mod">
          <ac:chgData name="久保　亘" userId="a62b1994-995d-4136-ab25-62794e67356e" providerId="ADAL" clId="{5F1A2787-42E5-59AC-BCDE-BCD285BF5B36}" dt="2025-11-08T05:02:40.439" v="3172" actId="27636"/>
          <ac:spMkLst>
            <pc:docMk/>
            <pc:sldMk cId="1314081893" sldId="263"/>
            <ac:spMk id="4" creationId="{30AD3F0B-E802-0529-3261-4DE0B6E1CAD8}"/>
          </ac:spMkLst>
        </pc:spChg>
        <pc:spChg chg="mod">
          <ac:chgData name="久保　亘" userId="a62b1994-995d-4136-ab25-62794e67356e" providerId="ADAL" clId="{5F1A2787-42E5-59AC-BCDE-BCD285BF5B36}" dt="2025-11-08T02:24:50.660" v="1851" actId="1076"/>
          <ac:spMkLst>
            <pc:docMk/>
            <pc:sldMk cId="1314081893" sldId="263"/>
            <ac:spMk id="33" creationId="{DE0B74C2-A42C-D0E5-8D52-F9D8BBDCE63E}"/>
          </ac:spMkLst>
        </pc:spChg>
      </pc:sldChg>
      <pc:sldChg chg="addSp delSp modSp new mod">
        <pc:chgData name="久保　亘" userId="a62b1994-995d-4136-ab25-62794e67356e" providerId="ADAL" clId="{5F1A2787-42E5-59AC-BCDE-BCD285BF5B36}" dt="2025-11-08T05:49:42.904" v="4982" actId="20577"/>
        <pc:sldMkLst>
          <pc:docMk/>
          <pc:sldMk cId="3208576411" sldId="264"/>
        </pc:sldMkLst>
        <pc:spChg chg="del mod">
          <ac:chgData name="久保　亘" userId="a62b1994-995d-4136-ab25-62794e67356e" providerId="ADAL" clId="{5F1A2787-42E5-59AC-BCDE-BCD285BF5B36}" dt="2025-11-08T02:18:15.162" v="1484"/>
          <ac:spMkLst>
            <pc:docMk/>
            <pc:sldMk cId="3208576411" sldId="264"/>
            <ac:spMk id="2" creationId="{D470E851-5300-F1E2-3A07-8596EA1D5EFF}"/>
          </ac:spMkLst>
        </pc:spChg>
        <pc:spChg chg="mod">
          <ac:chgData name="久保　亘" userId="a62b1994-995d-4136-ab25-62794e67356e" providerId="ADAL" clId="{5F1A2787-42E5-59AC-BCDE-BCD285BF5B36}" dt="2025-11-08T05:22:14.218" v="3880" actId="1076"/>
          <ac:spMkLst>
            <pc:docMk/>
            <pc:sldMk cId="3208576411" sldId="264"/>
            <ac:spMk id="3" creationId="{E2F9E098-4A6A-4246-9CC8-E055AF896890}"/>
          </ac:spMkLst>
        </pc:spChg>
        <pc:spChg chg="add mod">
          <ac:chgData name="久保　亘" userId="a62b1994-995d-4136-ab25-62794e67356e" providerId="ADAL" clId="{5F1A2787-42E5-59AC-BCDE-BCD285BF5B36}" dt="2025-11-08T05:49:25.695" v="4959" actId="20577"/>
          <ac:spMkLst>
            <pc:docMk/>
            <pc:sldMk cId="3208576411" sldId="264"/>
            <ac:spMk id="4" creationId="{7CD78718-7532-D621-3015-8629CA6EAB1C}"/>
          </ac:spMkLst>
        </pc:spChg>
        <pc:spChg chg="add mod">
          <ac:chgData name="久保　亘" userId="a62b1994-995d-4136-ab25-62794e67356e" providerId="ADAL" clId="{5F1A2787-42E5-59AC-BCDE-BCD285BF5B36}" dt="2025-11-08T05:34:20.047" v="4303" actId="20577"/>
          <ac:spMkLst>
            <pc:docMk/>
            <pc:sldMk cId="3208576411" sldId="264"/>
            <ac:spMk id="5" creationId="{03D7B0C1-C3A2-D50E-9BCC-3E426B406E22}"/>
          </ac:spMkLst>
        </pc:spChg>
        <pc:spChg chg="add mod">
          <ac:chgData name="久保　亘" userId="a62b1994-995d-4136-ab25-62794e67356e" providerId="ADAL" clId="{5F1A2787-42E5-59AC-BCDE-BCD285BF5B36}" dt="2025-11-08T05:22:17.395" v="3881" actId="1076"/>
          <ac:spMkLst>
            <pc:docMk/>
            <pc:sldMk cId="3208576411" sldId="264"/>
            <ac:spMk id="9" creationId="{4AB25AA1-FD78-2E28-91B3-D98BBA892A87}"/>
          </ac:spMkLst>
        </pc:spChg>
        <pc:spChg chg="add mod">
          <ac:chgData name="久保　亘" userId="a62b1994-995d-4136-ab25-62794e67356e" providerId="ADAL" clId="{5F1A2787-42E5-59AC-BCDE-BCD285BF5B36}" dt="2025-11-08T05:22:20.686" v="3882" actId="1076"/>
          <ac:spMkLst>
            <pc:docMk/>
            <pc:sldMk cId="3208576411" sldId="264"/>
            <ac:spMk id="10" creationId="{0B6DD5DE-D0FA-38DA-B208-E936A1ABF4D9}"/>
          </ac:spMkLst>
        </pc:spChg>
        <pc:spChg chg="add del mod">
          <ac:chgData name="久保　亘" userId="a62b1994-995d-4136-ab25-62794e67356e" providerId="ADAL" clId="{5F1A2787-42E5-59AC-BCDE-BCD285BF5B36}" dt="2025-11-08T04:45:31.372" v="3008" actId="22"/>
          <ac:spMkLst>
            <pc:docMk/>
            <pc:sldMk cId="3208576411" sldId="264"/>
            <ac:spMk id="12" creationId="{F2C0892A-A0A4-A283-B4D7-4A66DAE69B09}"/>
          </ac:spMkLst>
        </pc:spChg>
        <pc:spChg chg="add mod">
          <ac:chgData name="久保　亘" userId="a62b1994-995d-4136-ab25-62794e67356e" providerId="ADAL" clId="{5F1A2787-42E5-59AC-BCDE-BCD285BF5B36}" dt="2025-11-08T04:45:29.118" v="3006" actId="1076"/>
          <ac:spMkLst>
            <pc:docMk/>
            <pc:sldMk cId="3208576411" sldId="264"/>
            <ac:spMk id="13" creationId="{3775DA42-613D-154B-3996-CFC1DE031071}"/>
          </ac:spMkLst>
        </pc:spChg>
        <pc:spChg chg="add mod">
          <ac:chgData name="久保　亘" userId="a62b1994-995d-4136-ab25-62794e67356e" providerId="ADAL" clId="{5F1A2787-42E5-59AC-BCDE-BCD285BF5B36}" dt="2025-11-08T05:22:03.951" v="3876" actId="1076"/>
          <ac:spMkLst>
            <pc:docMk/>
            <pc:sldMk cId="3208576411" sldId="264"/>
            <ac:spMk id="15" creationId="{D905163C-F8E3-2079-03F3-1967BC33FE6E}"/>
          </ac:spMkLst>
        </pc:spChg>
        <pc:spChg chg="add mod">
          <ac:chgData name="久保　亘" userId="a62b1994-995d-4136-ab25-62794e67356e" providerId="ADAL" clId="{5F1A2787-42E5-59AC-BCDE-BCD285BF5B36}" dt="2025-11-08T05:49:42.904" v="4982" actId="20577"/>
          <ac:spMkLst>
            <pc:docMk/>
            <pc:sldMk cId="3208576411" sldId="264"/>
            <ac:spMk id="17" creationId="{DB471FB0-25A1-137B-CD0C-FFE84B287DB5}"/>
          </ac:spMkLst>
        </pc:spChg>
        <pc:spChg chg="add mod">
          <ac:chgData name="久保　亘" userId="a62b1994-995d-4136-ab25-62794e67356e" providerId="ADAL" clId="{5F1A2787-42E5-59AC-BCDE-BCD285BF5B36}" dt="2025-11-08T05:22:34.236" v="3886" actId="1076"/>
          <ac:spMkLst>
            <pc:docMk/>
            <pc:sldMk cId="3208576411" sldId="264"/>
            <ac:spMk id="19" creationId="{16F5A262-CE1C-55D0-20D9-4F1CDE63A23C}"/>
          </ac:spMkLst>
        </pc:spChg>
        <pc:picChg chg="add mod">
          <ac:chgData name="久保　亘" userId="a62b1994-995d-4136-ab25-62794e67356e" providerId="ADAL" clId="{5F1A2787-42E5-59AC-BCDE-BCD285BF5B36}" dt="2025-11-08T05:22:56.853" v="3893" actId="1076"/>
          <ac:picMkLst>
            <pc:docMk/>
            <pc:sldMk cId="3208576411" sldId="264"/>
            <ac:picMk id="7" creationId="{045393E5-7B57-4E6B-A0A8-789D8958AFAA}"/>
          </ac:picMkLst>
        </pc:picChg>
        <pc:cxnChg chg="add mod">
          <ac:chgData name="久保　亘" userId="a62b1994-995d-4136-ab25-62794e67356e" providerId="ADAL" clId="{5F1A2787-42E5-59AC-BCDE-BCD285BF5B36}" dt="2025-11-08T05:23:00.016" v="3894" actId="1076"/>
          <ac:cxnSpMkLst>
            <pc:docMk/>
            <pc:sldMk cId="3208576411" sldId="264"/>
            <ac:cxnSpMk id="21" creationId="{BD00D09D-B7D7-417D-3E09-6B99EA82ABBF}"/>
          </ac:cxnSpMkLst>
        </pc:cxnChg>
      </pc:sldChg>
      <pc:sldChg chg="addSp modSp new mod">
        <pc:chgData name="久保　亘" userId="a62b1994-995d-4136-ab25-62794e67356e" providerId="ADAL" clId="{5F1A2787-42E5-59AC-BCDE-BCD285BF5B36}" dt="2025-11-08T05:58:46.618" v="5213" actId="1076"/>
        <pc:sldMkLst>
          <pc:docMk/>
          <pc:sldMk cId="1823997994" sldId="265"/>
        </pc:sldMkLst>
        <pc:spChg chg="mod">
          <ac:chgData name="久保　亘" userId="a62b1994-995d-4136-ab25-62794e67356e" providerId="ADAL" clId="{5F1A2787-42E5-59AC-BCDE-BCD285BF5B36}" dt="2025-11-08T05:49:53.972" v="4984" actId="20577"/>
          <ac:spMkLst>
            <pc:docMk/>
            <pc:sldMk cId="1823997994" sldId="265"/>
            <ac:spMk id="2" creationId="{425FBE12-C50A-F2AA-6EBD-3EC1D06E5EC7}"/>
          </ac:spMkLst>
        </pc:spChg>
        <pc:spChg chg="mod">
          <ac:chgData name="久保　亘" userId="a62b1994-995d-4136-ab25-62794e67356e" providerId="ADAL" clId="{5F1A2787-42E5-59AC-BCDE-BCD285BF5B36}" dt="2025-11-08T05:25:37.154" v="4030" actId="1076"/>
          <ac:spMkLst>
            <pc:docMk/>
            <pc:sldMk cId="1823997994" sldId="265"/>
            <ac:spMk id="3" creationId="{5378B39A-834E-FD84-96DD-4766A7939C9D}"/>
          </ac:spMkLst>
        </pc:spChg>
        <pc:spChg chg="add mod">
          <ac:chgData name="久保　亘" userId="a62b1994-995d-4136-ab25-62794e67356e" providerId="ADAL" clId="{5F1A2787-42E5-59AC-BCDE-BCD285BF5B36}" dt="2025-11-08T04:21:24.453" v="2849" actId="20577"/>
          <ac:spMkLst>
            <pc:docMk/>
            <pc:sldMk cId="1823997994" sldId="265"/>
            <ac:spMk id="4" creationId="{A4DE3737-5736-3655-B4A1-2E03B1A897EB}"/>
          </ac:spMkLst>
        </pc:spChg>
        <pc:spChg chg="add mod">
          <ac:chgData name="久保　亘" userId="a62b1994-995d-4136-ab25-62794e67356e" providerId="ADAL" clId="{5F1A2787-42E5-59AC-BCDE-BCD285BF5B36}" dt="2025-11-08T05:21:15.352" v="3863" actId="1076"/>
          <ac:spMkLst>
            <pc:docMk/>
            <pc:sldMk cId="1823997994" sldId="265"/>
            <ac:spMk id="6" creationId="{B4B29D43-A9AF-334C-06FA-BD06D8777F6B}"/>
          </ac:spMkLst>
        </pc:spChg>
        <pc:spChg chg="add mod">
          <ac:chgData name="久保　亘" userId="a62b1994-995d-4136-ab25-62794e67356e" providerId="ADAL" clId="{5F1A2787-42E5-59AC-BCDE-BCD285BF5B36}" dt="2025-11-08T05:21:15.352" v="3863" actId="1076"/>
          <ac:spMkLst>
            <pc:docMk/>
            <pc:sldMk cId="1823997994" sldId="265"/>
            <ac:spMk id="7" creationId="{E138FE9E-48F9-F145-4184-886773E8D28C}"/>
          </ac:spMkLst>
        </pc:spChg>
        <pc:spChg chg="add mod">
          <ac:chgData name="久保　亘" userId="a62b1994-995d-4136-ab25-62794e67356e" providerId="ADAL" clId="{5F1A2787-42E5-59AC-BCDE-BCD285BF5B36}" dt="2025-11-08T05:21:25.268" v="3866" actId="14100"/>
          <ac:spMkLst>
            <pc:docMk/>
            <pc:sldMk cId="1823997994" sldId="265"/>
            <ac:spMk id="9" creationId="{6DFD1E00-9B13-7725-C6C5-D760A272091F}"/>
          </ac:spMkLst>
        </pc:spChg>
        <pc:spChg chg="add mod">
          <ac:chgData name="久保　亘" userId="a62b1994-995d-4136-ab25-62794e67356e" providerId="ADAL" clId="{5F1A2787-42E5-59AC-BCDE-BCD285BF5B36}" dt="2025-11-08T05:49:58.806" v="4997" actId="20577"/>
          <ac:spMkLst>
            <pc:docMk/>
            <pc:sldMk cId="1823997994" sldId="265"/>
            <ac:spMk id="10" creationId="{6990D75E-2E6F-F401-EE05-52DEAC6E4CDB}"/>
          </ac:spMkLst>
        </pc:spChg>
        <pc:spChg chg="add mod">
          <ac:chgData name="久保　亘" userId="a62b1994-995d-4136-ab25-62794e67356e" providerId="ADAL" clId="{5F1A2787-42E5-59AC-BCDE-BCD285BF5B36}" dt="2025-11-08T05:58:46.618" v="5213" actId="1076"/>
          <ac:spMkLst>
            <pc:docMk/>
            <pc:sldMk cId="1823997994" sldId="265"/>
            <ac:spMk id="11" creationId="{21CDD127-B29E-9833-11E2-A88F4FCE27FB}"/>
          </ac:spMkLst>
        </pc:spChg>
        <pc:spChg chg="add mod">
          <ac:chgData name="久保　亘" userId="a62b1994-995d-4136-ab25-62794e67356e" providerId="ADAL" clId="{5F1A2787-42E5-59AC-BCDE-BCD285BF5B36}" dt="2025-11-08T05:29:59.541" v="4148" actId="14100"/>
          <ac:spMkLst>
            <pc:docMk/>
            <pc:sldMk cId="1823997994" sldId="265"/>
            <ac:spMk id="12" creationId="{B020D8CD-B9CE-08DB-7F3A-FD47AF243CE1}"/>
          </ac:spMkLst>
        </pc:spChg>
        <pc:spChg chg="add mod">
          <ac:chgData name="久保　亘" userId="a62b1994-995d-4136-ab25-62794e67356e" providerId="ADAL" clId="{5F1A2787-42E5-59AC-BCDE-BCD285BF5B36}" dt="2025-11-08T05:30:56.249" v="4181" actId="122"/>
          <ac:spMkLst>
            <pc:docMk/>
            <pc:sldMk cId="1823997994" sldId="265"/>
            <ac:spMk id="13" creationId="{5159D1B3-5007-7821-755C-C7AEB789BFB0}"/>
          </ac:spMkLst>
        </pc:spChg>
        <pc:picChg chg="add mod">
          <ac:chgData name="久保　亘" userId="a62b1994-995d-4136-ab25-62794e67356e" providerId="ADAL" clId="{5F1A2787-42E5-59AC-BCDE-BCD285BF5B36}" dt="2025-11-08T05:21:15.352" v="3863" actId="1076"/>
          <ac:picMkLst>
            <pc:docMk/>
            <pc:sldMk cId="1823997994" sldId="265"/>
            <ac:picMk id="5122" creationId="{BEF1C9E6-DEE7-660A-09C0-82BCFC94AB50}"/>
          </ac:picMkLst>
        </pc:picChg>
        <pc:picChg chg="add mod">
          <ac:chgData name="久保　亘" userId="a62b1994-995d-4136-ab25-62794e67356e" providerId="ADAL" clId="{5F1A2787-42E5-59AC-BCDE-BCD285BF5B36}" dt="2025-11-08T05:56:38.788" v="5153" actId="14826"/>
          <ac:picMkLst>
            <pc:docMk/>
            <pc:sldMk cId="1823997994" sldId="265"/>
            <ac:picMk id="5124" creationId="{5A6655E2-9F19-4E01-B237-C68A3022828E}"/>
          </ac:picMkLst>
        </pc:picChg>
      </pc:sldChg>
      <pc:sldChg chg="addSp modSp new mod ord">
        <pc:chgData name="久保　亘" userId="a62b1994-995d-4136-ab25-62794e67356e" providerId="ADAL" clId="{5F1A2787-42E5-59AC-BCDE-BCD285BF5B36}" dt="2025-11-08T05:52:13.853" v="5150" actId="20577"/>
        <pc:sldMkLst>
          <pc:docMk/>
          <pc:sldMk cId="42438310" sldId="266"/>
        </pc:sldMkLst>
        <pc:spChg chg="mod">
          <ac:chgData name="久保　亘" userId="a62b1994-995d-4136-ab25-62794e67356e" providerId="ADAL" clId="{5F1A2787-42E5-59AC-BCDE-BCD285BF5B36}" dt="2025-11-08T03:26:12.916" v="2110" actId="20577"/>
          <ac:spMkLst>
            <pc:docMk/>
            <pc:sldMk cId="42438310" sldId="266"/>
            <ac:spMk id="2" creationId="{E2EE4ABA-6E1B-2F46-3A67-CB20B8ECFB8F}"/>
          </ac:spMkLst>
        </pc:spChg>
        <pc:spChg chg="mod">
          <ac:chgData name="久保　亘" userId="a62b1994-995d-4136-ab25-62794e67356e" providerId="ADAL" clId="{5F1A2787-42E5-59AC-BCDE-BCD285BF5B36}" dt="2025-11-08T05:52:13.853" v="5150" actId="20577"/>
          <ac:spMkLst>
            <pc:docMk/>
            <pc:sldMk cId="42438310" sldId="266"/>
            <ac:spMk id="3" creationId="{A860C53C-715E-3BCE-FD13-515BAA5D4CDE}"/>
          </ac:spMkLst>
        </pc:spChg>
        <pc:spChg chg="add mod">
          <ac:chgData name="久保　亘" userId="a62b1994-995d-4136-ab25-62794e67356e" providerId="ADAL" clId="{5F1A2787-42E5-59AC-BCDE-BCD285BF5B36}" dt="2025-11-08T04:21:46.317" v="2870" actId="20577"/>
          <ac:spMkLst>
            <pc:docMk/>
            <pc:sldMk cId="42438310" sldId="266"/>
            <ac:spMk id="4" creationId="{B07E843C-7546-6C2E-D600-081E8489BE93}"/>
          </ac:spMkLst>
        </pc:spChg>
      </pc:sldChg>
      <pc:sldChg chg="addSp modSp new mod">
        <pc:chgData name="久保　亘" userId="a62b1994-995d-4136-ab25-62794e67356e" providerId="ADAL" clId="{5F1A2787-42E5-59AC-BCDE-BCD285BF5B36}" dt="2025-11-08T05:41:59.330" v="4480" actId="1076"/>
        <pc:sldMkLst>
          <pc:docMk/>
          <pc:sldMk cId="3219029666" sldId="267"/>
        </pc:sldMkLst>
        <pc:spChg chg="mod">
          <ac:chgData name="久保　亘" userId="a62b1994-995d-4136-ab25-62794e67356e" providerId="ADAL" clId="{5F1A2787-42E5-59AC-BCDE-BCD285BF5B36}" dt="2025-11-08T05:23:30.013" v="3905" actId="255"/>
          <ac:spMkLst>
            <pc:docMk/>
            <pc:sldMk cId="3219029666" sldId="267"/>
            <ac:spMk id="2" creationId="{C630EA91-AC2F-0B84-DB8C-EE094C8167AA}"/>
          </ac:spMkLst>
        </pc:spChg>
        <pc:spChg chg="mod">
          <ac:chgData name="久保　亘" userId="a62b1994-995d-4136-ab25-62794e67356e" providerId="ADAL" clId="{5F1A2787-42E5-59AC-BCDE-BCD285BF5B36}" dt="2025-11-08T05:41:25.376" v="4447" actId="14100"/>
          <ac:spMkLst>
            <pc:docMk/>
            <pc:sldMk cId="3219029666" sldId="267"/>
            <ac:spMk id="3" creationId="{0EEA1768-4A7D-10A9-5F7C-2D5E64315750}"/>
          </ac:spMkLst>
        </pc:spChg>
        <pc:spChg chg="add mod">
          <ac:chgData name="久保　亘" userId="a62b1994-995d-4136-ab25-62794e67356e" providerId="ADAL" clId="{5F1A2787-42E5-59AC-BCDE-BCD285BF5B36}" dt="2025-11-08T04:21:35.861" v="2860" actId="20577"/>
          <ac:spMkLst>
            <pc:docMk/>
            <pc:sldMk cId="3219029666" sldId="267"/>
            <ac:spMk id="4" creationId="{73BC1EE9-4866-A691-9F52-6AD3FC63E651}"/>
          </ac:spMkLst>
        </pc:spChg>
        <pc:spChg chg="add mod">
          <ac:chgData name="久保　亘" userId="a62b1994-995d-4136-ab25-62794e67356e" providerId="ADAL" clId="{5F1A2787-42E5-59AC-BCDE-BCD285BF5B36}" dt="2025-11-08T05:41:45.345" v="4468" actId="20577"/>
          <ac:spMkLst>
            <pc:docMk/>
            <pc:sldMk cId="3219029666" sldId="267"/>
            <ac:spMk id="5" creationId="{69CACE86-1F0C-6C94-06ED-F1EEB9030164}"/>
          </ac:spMkLst>
        </pc:spChg>
        <pc:spChg chg="add mod">
          <ac:chgData name="久保　亘" userId="a62b1994-995d-4136-ab25-62794e67356e" providerId="ADAL" clId="{5F1A2787-42E5-59AC-BCDE-BCD285BF5B36}" dt="2025-11-08T05:41:59.330" v="4480" actId="1076"/>
          <ac:spMkLst>
            <pc:docMk/>
            <pc:sldMk cId="3219029666" sldId="267"/>
            <ac:spMk id="6" creationId="{E42225CD-81AC-A256-C439-935016A532D6}"/>
          </ac:spMkLst>
        </pc:spChg>
        <pc:picChg chg="add mod">
          <ac:chgData name="久保　亘" userId="a62b1994-995d-4136-ab25-62794e67356e" providerId="ADAL" clId="{5F1A2787-42E5-59AC-BCDE-BCD285BF5B36}" dt="2025-11-08T05:41:30.507" v="4450" actId="1076"/>
          <ac:picMkLst>
            <pc:docMk/>
            <pc:sldMk cId="3219029666" sldId="267"/>
            <ac:picMk id="7170" creationId="{FD2A4D7A-01E2-EFAE-83A3-F110FB5625D8}"/>
          </ac:picMkLst>
        </pc:picChg>
      </pc:sldChg>
      <pc:sldChg chg="addSp modSp add">
        <pc:chgData name="久保　亘" userId="a62b1994-995d-4136-ab25-62794e67356e" providerId="ADAL" clId="{5F1A2787-42E5-59AC-BCDE-BCD285BF5B36}" dt="2025-11-08T04:21:59.185" v="2880"/>
        <pc:sldMkLst>
          <pc:docMk/>
          <pc:sldMk cId="348418471" sldId="268"/>
        </pc:sldMkLst>
        <pc:spChg chg="add mod">
          <ac:chgData name="久保　亘" userId="a62b1994-995d-4136-ab25-62794e67356e" providerId="ADAL" clId="{5F1A2787-42E5-59AC-BCDE-BCD285BF5B36}" dt="2025-11-08T04:21:59.185" v="2880"/>
          <ac:spMkLst>
            <pc:docMk/>
            <pc:sldMk cId="348418471" sldId="268"/>
            <ac:spMk id="2" creationId="{B09D9677-FD0F-D498-01DE-2E582111137D}"/>
          </ac:spMkLst>
        </pc:spChg>
      </pc:sldChg>
      <pc:sldChg chg="addSp modSp add mod ord">
        <pc:chgData name="久保　亘" userId="a62b1994-995d-4136-ab25-62794e67356e" providerId="ADAL" clId="{5F1A2787-42E5-59AC-BCDE-BCD285BF5B36}" dt="2025-11-08T05:36:49.064" v="4339" actId="1076"/>
        <pc:sldMkLst>
          <pc:docMk/>
          <pc:sldMk cId="1838451358" sldId="269"/>
        </pc:sldMkLst>
        <pc:spChg chg="add mod">
          <ac:chgData name="久保　亘" userId="a62b1994-995d-4136-ab25-62794e67356e" providerId="ADAL" clId="{5F1A2787-42E5-59AC-BCDE-BCD285BF5B36}" dt="2025-11-08T04:22:00.629" v="2881"/>
          <ac:spMkLst>
            <pc:docMk/>
            <pc:sldMk cId="1838451358" sldId="269"/>
            <ac:spMk id="2" creationId="{C425CE54-9BB9-F654-D757-DAA35F075E55}"/>
          </ac:spMkLst>
        </pc:spChg>
        <pc:spChg chg="mod">
          <ac:chgData name="久保　亘" userId="a62b1994-995d-4136-ab25-62794e67356e" providerId="ADAL" clId="{5F1A2787-42E5-59AC-BCDE-BCD285BF5B36}" dt="2025-11-08T05:36:23.176" v="4332" actId="20577"/>
          <ac:spMkLst>
            <pc:docMk/>
            <pc:sldMk cId="1838451358" sldId="269"/>
            <ac:spMk id="7" creationId="{02C3C053-F4A4-544C-5741-2F4B2C79EBB8}"/>
          </ac:spMkLst>
        </pc:spChg>
        <pc:spChg chg="add mod">
          <ac:chgData name="久保　亘" userId="a62b1994-995d-4136-ab25-62794e67356e" providerId="ADAL" clId="{5F1A2787-42E5-59AC-BCDE-BCD285BF5B36}" dt="2025-11-08T05:36:49.064" v="4339" actId="1076"/>
          <ac:spMkLst>
            <pc:docMk/>
            <pc:sldMk cId="1838451358" sldId="269"/>
            <ac:spMk id="8" creationId="{579E0E3F-C5D2-DC24-0259-73033CEEE665}"/>
          </ac:spMkLst>
        </pc:spChg>
        <pc:spChg chg="mod">
          <ac:chgData name="久保　亘" userId="a62b1994-995d-4136-ab25-62794e67356e" providerId="ADAL" clId="{5F1A2787-42E5-59AC-BCDE-BCD285BF5B36}" dt="2025-11-08T05:36:23.176" v="4332" actId="20577"/>
          <ac:spMkLst>
            <pc:docMk/>
            <pc:sldMk cId="1838451358" sldId="269"/>
            <ac:spMk id="9" creationId="{B49EEDC0-602F-8670-5772-50086AF9F265}"/>
          </ac:spMkLst>
        </pc:spChg>
        <pc:spChg chg="mod">
          <ac:chgData name="久保　亘" userId="a62b1994-995d-4136-ab25-62794e67356e" providerId="ADAL" clId="{5F1A2787-42E5-59AC-BCDE-BCD285BF5B36}" dt="2025-11-08T05:36:39.432" v="4335" actId="14100"/>
          <ac:spMkLst>
            <pc:docMk/>
            <pc:sldMk cId="1838451358" sldId="269"/>
            <ac:spMk id="10" creationId="{CACDF850-6708-5796-D226-4BF493C471BB}"/>
          </ac:spMkLst>
        </pc:spChg>
        <pc:grpChg chg="mod">
          <ac:chgData name="久保　亘" userId="a62b1994-995d-4136-ab25-62794e67356e" providerId="ADAL" clId="{5F1A2787-42E5-59AC-BCDE-BCD285BF5B36}" dt="2025-11-08T05:36:23.176" v="4332" actId="20577"/>
          <ac:grpSpMkLst>
            <pc:docMk/>
            <pc:sldMk cId="1838451358" sldId="269"/>
            <ac:grpSpMk id="11" creationId="{E7F5399D-8C6B-4385-3A39-A47C7376B7C9}"/>
          </ac:grpSpMkLst>
        </pc:grpChg>
      </pc:sldChg>
      <pc:sldChg chg="addSp delSp modSp add mod">
        <pc:chgData name="久保　亘" userId="a62b1994-995d-4136-ab25-62794e67356e" providerId="ADAL" clId="{5F1A2787-42E5-59AC-BCDE-BCD285BF5B36}" dt="2025-11-08T05:50:38.553" v="5015" actId="20577"/>
        <pc:sldMkLst>
          <pc:docMk/>
          <pc:sldMk cId="621473737" sldId="270"/>
        </pc:sldMkLst>
        <pc:spChg chg="mod">
          <ac:chgData name="久保　亘" userId="a62b1994-995d-4136-ab25-62794e67356e" providerId="ADAL" clId="{5F1A2787-42E5-59AC-BCDE-BCD285BF5B36}" dt="2025-11-08T05:50:38.553" v="5015" actId="20577"/>
          <ac:spMkLst>
            <pc:docMk/>
            <pc:sldMk cId="621473737" sldId="270"/>
            <ac:spMk id="2" creationId="{839F5986-3930-2356-1C66-16888F855992}"/>
          </ac:spMkLst>
        </pc:spChg>
        <pc:spChg chg="del">
          <ac:chgData name="久保　亘" userId="a62b1994-995d-4136-ab25-62794e67356e" providerId="ADAL" clId="{5F1A2787-42E5-59AC-BCDE-BCD285BF5B36}" dt="2025-11-08T05:06:59.638" v="3196" actId="931"/>
          <ac:spMkLst>
            <pc:docMk/>
            <pc:sldMk cId="621473737" sldId="270"/>
            <ac:spMk id="3" creationId="{FECA465D-114B-4D2F-76B9-B32EF9309492}"/>
          </ac:spMkLst>
        </pc:spChg>
        <pc:spChg chg="add mod">
          <ac:chgData name="久保　亘" userId="a62b1994-995d-4136-ab25-62794e67356e" providerId="ADAL" clId="{5F1A2787-42E5-59AC-BCDE-BCD285BF5B36}" dt="2025-11-08T05:09:47.742" v="3294" actId="255"/>
          <ac:spMkLst>
            <pc:docMk/>
            <pc:sldMk cId="621473737" sldId="270"/>
            <ac:spMk id="15" creationId="{DB1C54F0-8E78-2223-AC94-E03D6FA2A49C}"/>
          </ac:spMkLst>
        </pc:spChg>
        <pc:spChg chg="add mod">
          <ac:chgData name="久保　亘" userId="a62b1994-995d-4136-ab25-62794e67356e" providerId="ADAL" clId="{5F1A2787-42E5-59AC-BCDE-BCD285BF5B36}" dt="2025-11-08T05:09:52.560" v="3297" actId="1035"/>
          <ac:spMkLst>
            <pc:docMk/>
            <pc:sldMk cId="621473737" sldId="270"/>
            <ac:spMk id="16" creationId="{4BC82D01-02A2-2700-ECBD-884DB1AE67FC}"/>
          </ac:spMkLst>
        </pc:spChg>
        <pc:spChg chg="add mod">
          <ac:chgData name="久保　亘" userId="a62b1994-995d-4136-ab25-62794e67356e" providerId="ADAL" clId="{5F1A2787-42E5-59AC-BCDE-BCD285BF5B36}" dt="2025-11-08T05:11:34.522" v="3469" actId="1076"/>
          <ac:spMkLst>
            <pc:docMk/>
            <pc:sldMk cId="621473737" sldId="270"/>
            <ac:spMk id="17" creationId="{2BD68D96-E3D0-D59D-7741-0502541C6016}"/>
          </ac:spMkLst>
        </pc:spChg>
        <pc:spChg chg="add mod">
          <ac:chgData name="久保　亘" userId="a62b1994-995d-4136-ab25-62794e67356e" providerId="ADAL" clId="{5F1A2787-42E5-59AC-BCDE-BCD285BF5B36}" dt="2025-11-08T05:26:40.061" v="4097" actId="1035"/>
          <ac:spMkLst>
            <pc:docMk/>
            <pc:sldMk cId="621473737" sldId="270"/>
            <ac:spMk id="18" creationId="{932FBE17-8EA5-DFDC-2D67-D5D421ED1C7A}"/>
          </ac:spMkLst>
        </pc:spChg>
        <pc:spChg chg="add mod">
          <ac:chgData name="久保　亘" userId="a62b1994-995d-4136-ab25-62794e67356e" providerId="ADAL" clId="{5F1A2787-42E5-59AC-BCDE-BCD285BF5B36}" dt="2025-11-08T05:26:32.780" v="4095" actId="14100"/>
          <ac:spMkLst>
            <pc:docMk/>
            <pc:sldMk cId="621473737" sldId="270"/>
            <ac:spMk id="19" creationId="{A95059C8-B18B-8E42-3DE1-140384CC5732}"/>
          </ac:spMkLst>
        </pc:spChg>
        <pc:spChg chg="add mod">
          <ac:chgData name="久保　亘" userId="a62b1994-995d-4136-ab25-62794e67356e" providerId="ADAL" clId="{5F1A2787-42E5-59AC-BCDE-BCD285BF5B36}" dt="2025-11-08T05:26:44.805" v="4099" actId="1076"/>
          <ac:spMkLst>
            <pc:docMk/>
            <pc:sldMk cId="621473737" sldId="270"/>
            <ac:spMk id="20" creationId="{83677AC6-A9D6-615A-81EA-720024EACE52}"/>
          </ac:spMkLst>
        </pc:spChg>
        <pc:spChg chg="add mod">
          <ac:chgData name="久保　亘" userId="a62b1994-995d-4136-ab25-62794e67356e" providerId="ADAL" clId="{5F1A2787-42E5-59AC-BCDE-BCD285BF5B36}" dt="2025-11-08T05:42:51.975" v="4484" actId="1076"/>
          <ac:spMkLst>
            <pc:docMk/>
            <pc:sldMk cId="621473737" sldId="270"/>
            <ac:spMk id="21" creationId="{E42BC3B1-E758-9E46-317B-2A1BC92BB491}"/>
          </ac:spMkLst>
        </pc:spChg>
        <pc:picChg chg="add mod">
          <ac:chgData name="久保　亘" userId="a62b1994-995d-4136-ab25-62794e67356e" providerId="ADAL" clId="{5F1A2787-42E5-59AC-BCDE-BCD285BF5B36}" dt="2025-11-08T05:07:08.439" v="3200" actId="1076"/>
          <ac:picMkLst>
            <pc:docMk/>
            <pc:sldMk cId="621473737" sldId="270"/>
            <ac:picMk id="6" creationId="{FDA500B9-20E4-E8FD-5140-0014F7E851E1}"/>
          </ac:picMkLst>
        </pc:picChg>
        <pc:picChg chg="add mod">
          <ac:chgData name="久保　亘" userId="a62b1994-995d-4136-ab25-62794e67356e" providerId="ADAL" clId="{5F1A2787-42E5-59AC-BCDE-BCD285BF5B36}" dt="2025-11-08T05:07:36.556" v="3202" actId="14100"/>
          <ac:picMkLst>
            <pc:docMk/>
            <pc:sldMk cId="621473737" sldId="270"/>
            <ac:picMk id="8" creationId="{BF5A8E40-792C-C23C-AE39-3EC6EF83ED8C}"/>
          </ac:picMkLst>
        </pc:picChg>
        <pc:cxnChg chg="add mod">
          <ac:chgData name="久保　亘" userId="a62b1994-995d-4136-ab25-62794e67356e" providerId="ADAL" clId="{5F1A2787-42E5-59AC-BCDE-BCD285BF5B36}" dt="2025-11-08T05:08:35.391" v="3218" actId="17032"/>
          <ac:cxnSpMkLst>
            <pc:docMk/>
            <pc:sldMk cId="621473737" sldId="270"/>
            <ac:cxnSpMk id="10" creationId="{6150048C-5DBD-C8A5-F370-9F80AF4BF9CD}"/>
          </ac:cxnSpMkLst>
        </pc:cxnChg>
        <pc:cxnChg chg="add mod">
          <ac:chgData name="久保　亘" userId="a62b1994-995d-4136-ab25-62794e67356e" providerId="ADAL" clId="{5F1A2787-42E5-59AC-BCDE-BCD285BF5B36}" dt="2025-11-08T05:08:41.432" v="3219" actId="17032"/>
          <ac:cxnSpMkLst>
            <pc:docMk/>
            <pc:sldMk cId="621473737" sldId="270"/>
            <ac:cxnSpMk id="12" creationId="{8E0A350D-2156-1135-DAFD-623E90947083}"/>
          </ac:cxnSpMkLst>
        </pc:cxnChg>
      </pc:sldChg>
      <pc:sldChg chg="addSp modSp add mod">
        <pc:chgData name="久保　亘" userId="a62b1994-995d-4136-ab25-62794e67356e" providerId="ADAL" clId="{5F1A2787-42E5-59AC-BCDE-BCD285BF5B36}" dt="2025-11-08T05:34:49.698" v="4307" actId="1582"/>
        <pc:sldMkLst>
          <pc:docMk/>
          <pc:sldMk cId="2610542283" sldId="271"/>
        </pc:sldMkLst>
        <pc:spChg chg="add mod">
          <ac:chgData name="久保　亘" userId="a62b1994-995d-4136-ab25-62794e67356e" providerId="ADAL" clId="{5F1A2787-42E5-59AC-BCDE-BCD285BF5B36}" dt="2025-11-08T05:34:49.698" v="4307" actId="1582"/>
          <ac:spMkLst>
            <pc:docMk/>
            <pc:sldMk cId="2610542283" sldId="271"/>
            <ac:spMk id="3" creationId="{E0C9394E-E11C-943E-E56B-AA699D408863}"/>
          </ac:spMkLst>
        </pc:spChg>
        <pc:spChg chg="mod">
          <ac:chgData name="久保　亘" userId="a62b1994-995d-4136-ab25-62794e67356e" providerId="ADAL" clId="{5F1A2787-42E5-59AC-BCDE-BCD285BF5B36}" dt="2025-11-08T05:32:47.802" v="4284" actId="27636"/>
          <ac:spMkLst>
            <pc:docMk/>
            <pc:sldMk cId="2610542283" sldId="271"/>
            <ac:spMk id="4" creationId="{30AD3F0B-E802-0529-3261-4DE0B6E1CAD8}"/>
          </ac:spMkLst>
        </pc:spChg>
      </pc:sldChg>
      <pc:sldChg chg="addSp delSp modSp add mod">
        <pc:chgData name="久保　亘" userId="a62b1994-995d-4136-ab25-62794e67356e" providerId="ADAL" clId="{5F1A2787-42E5-59AC-BCDE-BCD285BF5B36}" dt="2025-11-08T05:49:12.164" v="4955"/>
        <pc:sldMkLst>
          <pc:docMk/>
          <pc:sldMk cId="3008468697" sldId="272"/>
        </pc:sldMkLst>
        <pc:spChg chg="mod">
          <ac:chgData name="久保　亘" userId="a62b1994-995d-4136-ab25-62794e67356e" providerId="ADAL" clId="{5F1A2787-42E5-59AC-BCDE-BCD285BF5B36}" dt="2025-11-08T05:43:58.397" v="4487" actId="20577"/>
          <ac:spMkLst>
            <pc:docMk/>
            <pc:sldMk cId="3008468697" sldId="272"/>
            <ac:spMk id="2" creationId="{F2900F12-B7CE-23D4-C85C-D44357CE5783}"/>
          </ac:spMkLst>
        </pc:spChg>
        <pc:spChg chg="mod">
          <ac:chgData name="久保　亘" userId="a62b1994-995d-4136-ab25-62794e67356e" providerId="ADAL" clId="{5F1A2787-42E5-59AC-BCDE-BCD285BF5B36}" dt="2025-11-08T05:47:05.845" v="4787" actId="20577"/>
          <ac:spMkLst>
            <pc:docMk/>
            <pc:sldMk cId="3008468697" sldId="272"/>
            <ac:spMk id="3" creationId="{B3B4D50E-E7C2-997D-1E65-18C288CF6F5B}"/>
          </ac:spMkLst>
        </pc:spChg>
        <pc:spChg chg="add mod">
          <ac:chgData name="久保　亘" userId="a62b1994-995d-4136-ab25-62794e67356e" providerId="ADAL" clId="{5F1A2787-42E5-59AC-BCDE-BCD285BF5B36}" dt="2025-11-08T05:47:16.934" v="4791" actId="27636"/>
          <ac:spMkLst>
            <pc:docMk/>
            <pc:sldMk cId="3008468697" sldId="272"/>
            <ac:spMk id="5" creationId="{783AC074-06B5-DA4C-BEA3-87BF23BD57B3}"/>
          </ac:spMkLst>
        </pc:spChg>
        <pc:spChg chg="del">
          <ac:chgData name="久保　亘" userId="a62b1994-995d-4136-ab25-62794e67356e" providerId="ADAL" clId="{5F1A2787-42E5-59AC-BCDE-BCD285BF5B36}" dt="2025-11-08T05:44:55.425" v="4528" actId="478"/>
          <ac:spMkLst>
            <pc:docMk/>
            <pc:sldMk cId="3008468697" sldId="272"/>
            <ac:spMk id="6" creationId="{D81484D2-E65D-1D39-C2B8-233F6298B74A}"/>
          </ac:spMkLst>
        </pc:spChg>
        <pc:spChg chg="del">
          <ac:chgData name="久保　亘" userId="a62b1994-995d-4136-ab25-62794e67356e" providerId="ADAL" clId="{5F1A2787-42E5-59AC-BCDE-BCD285BF5B36}" dt="2025-11-08T05:44:48.372" v="4526" actId="478"/>
          <ac:spMkLst>
            <pc:docMk/>
            <pc:sldMk cId="3008468697" sldId="272"/>
            <ac:spMk id="7" creationId="{A584020E-0D01-B37A-F88A-8DD16CA7BFAC}"/>
          </ac:spMkLst>
        </pc:spChg>
        <pc:spChg chg="add del mod">
          <ac:chgData name="久保　亘" userId="a62b1994-995d-4136-ab25-62794e67356e" providerId="ADAL" clId="{5F1A2787-42E5-59AC-BCDE-BCD285BF5B36}" dt="2025-11-08T05:49:12.164" v="4955"/>
          <ac:spMkLst>
            <pc:docMk/>
            <pc:sldMk cId="3008468697" sldId="272"/>
            <ac:spMk id="8" creationId="{723085EE-3BDB-D805-075D-F705AFE15B6A}"/>
          </ac:spMkLst>
        </pc:spChg>
        <pc:spChg chg="mod">
          <ac:chgData name="久保　亘" userId="a62b1994-995d-4136-ab25-62794e67356e" providerId="ADAL" clId="{5F1A2787-42E5-59AC-BCDE-BCD285BF5B36}" dt="2025-11-08T05:45:44.442" v="4631" actId="14100"/>
          <ac:spMkLst>
            <pc:docMk/>
            <pc:sldMk cId="3008468697" sldId="272"/>
            <ac:spMk id="9" creationId="{6D124C1B-9FEF-4363-41B4-CFF59DB2FBCB}"/>
          </ac:spMkLst>
        </pc:spChg>
        <pc:spChg chg="del">
          <ac:chgData name="久保　亘" userId="a62b1994-995d-4136-ab25-62794e67356e" providerId="ADAL" clId="{5F1A2787-42E5-59AC-BCDE-BCD285BF5B36}" dt="2025-11-08T05:44:02.017" v="4488" actId="478"/>
          <ac:spMkLst>
            <pc:docMk/>
            <pc:sldMk cId="3008468697" sldId="272"/>
            <ac:spMk id="10" creationId="{29F60353-37FE-D0A0-DC58-A5C2E096BD3F}"/>
          </ac:spMkLst>
        </pc:spChg>
        <pc:spChg chg="del">
          <ac:chgData name="久保　亘" userId="a62b1994-995d-4136-ab25-62794e67356e" providerId="ADAL" clId="{5F1A2787-42E5-59AC-BCDE-BCD285BF5B36}" dt="2025-11-08T05:44:31.984" v="4502" actId="478"/>
          <ac:spMkLst>
            <pc:docMk/>
            <pc:sldMk cId="3008468697" sldId="272"/>
            <ac:spMk id="11" creationId="{A605387D-C464-CCDA-58B7-35FC904F0CF9}"/>
          </ac:spMkLst>
        </pc:spChg>
        <pc:spChg chg="mod">
          <ac:chgData name="久保　亘" userId="a62b1994-995d-4136-ab25-62794e67356e" providerId="ADAL" clId="{5F1A2787-42E5-59AC-BCDE-BCD285BF5B36}" dt="2025-11-08T05:44:53.656" v="4527" actId="1076"/>
          <ac:spMkLst>
            <pc:docMk/>
            <pc:sldMk cId="3008468697" sldId="272"/>
            <ac:spMk id="12" creationId="{5D7B8977-AB08-FF9D-7BD4-BE7060B6AC57}"/>
          </ac:spMkLst>
        </pc:spChg>
        <pc:spChg chg="mod">
          <ac:chgData name="久保　亘" userId="a62b1994-995d-4136-ab25-62794e67356e" providerId="ADAL" clId="{5F1A2787-42E5-59AC-BCDE-BCD285BF5B36}" dt="2025-11-08T05:44:53.656" v="4527" actId="1076"/>
          <ac:spMkLst>
            <pc:docMk/>
            <pc:sldMk cId="3008468697" sldId="272"/>
            <ac:spMk id="13" creationId="{D4EDAA20-3E73-C164-58EA-3DE0F2D4D087}"/>
          </ac:spMkLst>
        </pc:spChg>
        <pc:spChg chg="add mod">
          <ac:chgData name="久保　亘" userId="a62b1994-995d-4136-ab25-62794e67356e" providerId="ADAL" clId="{5F1A2787-42E5-59AC-BCDE-BCD285BF5B36}" dt="2025-11-08T05:49:10.287" v="4953" actId="20577"/>
          <ac:spMkLst>
            <pc:docMk/>
            <pc:sldMk cId="3008468697" sldId="272"/>
            <ac:spMk id="14" creationId="{259F3293-102E-1A18-5B5F-2D013060D3C7}"/>
          </ac:spMkLst>
        </pc:spChg>
        <pc:picChg chg="del">
          <ac:chgData name="久保　亘" userId="a62b1994-995d-4136-ab25-62794e67356e" providerId="ADAL" clId="{5F1A2787-42E5-59AC-BCDE-BCD285BF5B36}" dt="2025-11-08T05:44:04.589" v="4489" actId="478"/>
          <ac:picMkLst>
            <pc:docMk/>
            <pc:sldMk cId="3008468697" sldId="272"/>
            <ac:picMk id="5122" creationId="{D2FD7995-2234-9150-52B2-A760D461AF16}"/>
          </ac:picMkLst>
        </pc:picChg>
        <pc:picChg chg="del">
          <ac:chgData name="久保　亘" userId="a62b1994-995d-4136-ab25-62794e67356e" providerId="ADAL" clId="{5F1A2787-42E5-59AC-BCDE-BCD285BF5B36}" dt="2025-11-08T05:44:02.017" v="4488" actId="478"/>
          <ac:picMkLst>
            <pc:docMk/>
            <pc:sldMk cId="3008468697" sldId="272"/>
            <ac:picMk id="5124" creationId="{E01EB8D8-C019-BD73-43A1-C7D3951EA6A1}"/>
          </ac:picMkLst>
        </pc:picChg>
        <pc:picChg chg="add mod">
          <ac:chgData name="久保　亘" userId="a62b1994-995d-4136-ab25-62794e67356e" providerId="ADAL" clId="{5F1A2787-42E5-59AC-BCDE-BCD285BF5B36}" dt="2025-11-08T05:44:53.656" v="4527" actId="1076"/>
          <ac:picMkLst>
            <pc:docMk/>
            <pc:sldMk cId="3008468697" sldId="272"/>
            <ac:picMk id="15362" creationId="{3239DD20-2B0C-CDC7-8463-609CB5685AD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152582-59DC-9546-88B9-2487CDEFB728}" type="datetimeFigureOut">
              <a:rPr kumimoji="1" lang="ja-JP" altLang="en-US" smtClean="0"/>
              <a:t>2025/11/8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9BA24E-0AAC-5F4D-B248-795318796878}" type="slidenum">
              <a:rPr kumimoji="1" lang="ja-JP" altLang="en-US" smtClean="0"/>
              <a:t>‹#›</a:t>
            </a:fld>
            <a:endParaRPr kumimoji="1" lang="ja-JP" altLang="en-US"/>
          </a:p>
        </p:txBody>
      </p:sp>
    </p:spTree>
    <p:extLst>
      <p:ext uri="{BB962C8B-B14F-4D97-AF65-F5344CB8AC3E}">
        <p14:creationId xmlns:p14="http://schemas.microsoft.com/office/powerpoint/2010/main" val="265053697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ja-JP" altLang="en-US" dirty="0"/>
          </a:p>
        </p:txBody>
      </p:sp>
      <p:sp>
        <p:nvSpPr>
          <p:cNvPr id="4" name="灯片编号占位符 3"/>
          <p:cNvSpPr>
            <a:spLocks noGrp="1"/>
          </p:cNvSpPr>
          <p:nvPr>
            <p:ph type="sldNum" sz="quarter" idx="5"/>
          </p:nvPr>
        </p:nvSpPr>
        <p:spPr/>
        <p:txBody>
          <a:bodyPr/>
          <a:lstStyle/>
          <a:p>
            <a:fld id="{BE9BA24E-0AAC-5F4D-B248-795318796878}" type="slidenum">
              <a:rPr kumimoji="1" lang="ja-JP" altLang="en-US" smtClean="0"/>
              <a:t>8</a:t>
            </a:fld>
            <a:endParaRPr kumimoji="1" lang="ja-JP" altLang="en-US"/>
          </a:p>
        </p:txBody>
      </p:sp>
    </p:spTree>
    <p:extLst>
      <p:ext uri="{BB962C8B-B14F-4D97-AF65-F5344CB8AC3E}">
        <p14:creationId xmlns:p14="http://schemas.microsoft.com/office/powerpoint/2010/main" val="26680920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972A218E-B1BF-434B-86A3-B226CE1E07FF}" type="slidenum">
              <a:rPr kumimoji="1" lang="ja-JP" altLang="en-US" smtClean="0"/>
              <a:t>12</a:t>
            </a:fld>
            <a:endParaRPr kumimoji="1" lang="ja-JP" altLang="en-US"/>
          </a:p>
        </p:txBody>
      </p:sp>
    </p:spTree>
    <p:extLst>
      <p:ext uri="{BB962C8B-B14F-4D97-AF65-F5344CB8AC3E}">
        <p14:creationId xmlns:p14="http://schemas.microsoft.com/office/powerpoint/2010/main" val="40476769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CC3E9B1-394A-130B-3424-0BC36BDDBDF6}"/>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0B7247EA-8887-AFDE-F2E9-E226115B6D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F9512702-86B0-05ED-26BD-9F4AD3D45136}"/>
              </a:ext>
            </a:extLst>
          </p:cNvPr>
          <p:cNvSpPr>
            <a:spLocks noGrp="1"/>
          </p:cNvSpPr>
          <p:nvPr>
            <p:ph type="dt" sz="half" idx="10"/>
          </p:nvPr>
        </p:nvSpPr>
        <p:spPr/>
        <p:txBody>
          <a:bodyPr/>
          <a:lstStyle/>
          <a:p>
            <a:fld id="{97F50F22-F7E5-9A42-AF58-F6675068B7ED}" type="datetimeFigureOut">
              <a:rPr kumimoji="1" lang="ja-JP" altLang="en-US" smtClean="0"/>
              <a:t>2025/11/8</a:t>
            </a:fld>
            <a:endParaRPr kumimoji="1" lang="ja-JP" altLang="en-US"/>
          </a:p>
        </p:txBody>
      </p:sp>
      <p:sp>
        <p:nvSpPr>
          <p:cNvPr id="5" name="フッター プレースホルダー 4">
            <a:extLst>
              <a:ext uri="{FF2B5EF4-FFF2-40B4-BE49-F238E27FC236}">
                <a16:creationId xmlns:a16="http://schemas.microsoft.com/office/drawing/2014/main" id="{59A85359-2FCC-48F3-4C4B-D4C4ECE1B36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D1F47B7-71EE-16B6-85BF-28631BA27AF6}"/>
              </a:ext>
            </a:extLst>
          </p:cNvPr>
          <p:cNvSpPr>
            <a:spLocks noGrp="1"/>
          </p:cNvSpPr>
          <p:nvPr>
            <p:ph type="sldNum" sz="quarter" idx="12"/>
          </p:nvPr>
        </p:nvSpPr>
        <p:spPr/>
        <p:txBody>
          <a:bodyPr/>
          <a:lstStyle/>
          <a:p>
            <a:fld id="{3710906E-C810-C541-ADA4-B0CAED1F5460}" type="slidenum">
              <a:rPr kumimoji="1" lang="ja-JP" altLang="en-US" smtClean="0"/>
              <a:t>‹#›</a:t>
            </a:fld>
            <a:endParaRPr kumimoji="1" lang="ja-JP" altLang="en-US"/>
          </a:p>
        </p:txBody>
      </p:sp>
    </p:spTree>
    <p:extLst>
      <p:ext uri="{BB962C8B-B14F-4D97-AF65-F5344CB8AC3E}">
        <p14:creationId xmlns:p14="http://schemas.microsoft.com/office/powerpoint/2010/main" val="3134876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90BD26-A99F-B1F5-CBE0-45E65C97AC6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BCAE869-5C58-5372-B955-C274E64104DB}"/>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83E8DC6-857C-462E-12A8-B4DB97C3E2D8}"/>
              </a:ext>
            </a:extLst>
          </p:cNvPr>
          <p:cNvSpPr>
            <a:spLocks noGrp="1"/>
          </p:cNvSpPr>
          <p:nvPr>
            <p:ph type="dt" sz="half" idx="10"/>
          </p:nvPr>
        </p:nvSpPr>
        <p:spPr/>
        <p:txBody>
          <a:bodyPr/>
          <a:lstStyle/>
          <a:p>
            <a:fld id="{97F50F22-F7E5-9A42-AF58-F6675068B7ED}" type="datetimeFigureOut">
              <a:rPr kumimoji="1" lang="ja-JP" altLang="en-US" smtClean="0"/>
              <a:t>2025/11/8</a:t>
            </a:fld>
            <a:endParaRPr kumimoji="1" lang="ja-JP" altLang="en-US"/>
          </a:p>
        </p:txBody>
      </p:sp>
      <p:sp>
        <p:nvSpPr>
          <p:cNvPr id="5" name="フッター プレースホルダー 4">
            <a:extLst>
              <a:ext uri="{FF2B5EF4-FFF2-40B4-BE49-F238E27FC236}">
                <a16:creationId xmlns:a16="http://schemas.microsoft.com/office/drawing/2014/main" id="{D19F0C8A-1E49-EB52-A41E-4BAA60BF977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D8104A0-4D52-EDAE-8FDE-B2CE6EEC9654}"/>
              </a:ext>
            </a:extLst>
          </p:cNvPr>
          <p:cNvSpPr>
            <a:spLocks noGrp="1"/>
          </p:cNvSpPr>
          <p:nvPr>
            <p:ph type="sldNum" sz="quarter" idx="12"/>
          </p:nvPr>
        </p:nvSpPr>
        <p:spPr/>
        <p:txBody>
          <a:bodyPr/>
          <a:lstStyle/>
          <a:p>
            <a:fld id="{3710906E-C810-C541-ADA4-B0CAED1F5460}" type="slidenum">
              <a:rPr kumimoji="1" lang="ja-JP" altLang="en-US" smtClean="0"/>
              <a:t>‹#›</a:t>
            </a:fld>
            <a:endParaRPr kumimoji="1" lang="ja-JP" altLang="en-US"/>
          </a:p>
        </p:txBody>
      </p:sp>
    </p:spTree>
    <p:extLst>
      <p:ext uri="{BB962C8B-B14F-4D97-AF65-F5344CB8AC3E}">
        <p14:creationId xmlns:p14="http://schemas.microsoft.com/office/powerpoint/2010/main" val="3680806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027F287-690B-D3E4-F3A1-2B790F534B16}"/>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670778F-01F6-4CE3-CB6C-F37EECAC31D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6E04217B-FD18-72D1-D3CD-ED1AC573DF9E}"/>
              </a:ext>
            </a:extLst>
          </p:cNvPr>
          <p:cNvSpPr>
            <a:spLocks noGrp="1"/>
          </p:cNvSpPr>
          <p:nvPr>
            <p:ph type="dt" sz="half" idx="10"/>
          </p:nvPr>
        </p:nvSpPr>
        <p:spPr/>
        <p:txBody>
          <a:bodyPr/>
          <a:lstStyle/>
          <a:p>
            <a:fld id="{97F50F22-F7E5-9A42-AF58-F6675068B7ED}" type="datetimeFigureOut">
              <a:rPr kumimoji="1" lang="ja-JP" altLang="en-US" smtClean="0"/>
              <a:t>2025/11/8</a:t>
            </a:fld>
            <a:endParaRPr kumimoji="1" lang="ja-JP" altLang="en-US"/>
          </a:p>
        </p:txBody>
      </p:sp>
      <p:sp>
        <p:nvSpPr>
          <p:cNvPr id="5" name="フッター プレースホルダー 4">
            <a:extLst>
              <a:ext uri="{FF2B5EF4-FFF2-40B4-BE49-F238E27FC236}">
                <a16:creationId xmlns:a16="http://schemas.microsoft.com/office/drawing/2014/main" id="{6EC507A2-267F-70DE-A128-70C594FECF3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50C1178-B6D9-D3CC-781D-67CB6C42A950}"/>
              </a:ext>
            </a:extLst>
          </p:cNvPr>
          <p:cNvSpPr>
            <a:spLocks noGrp="1"/>
          </p:cNvSpPr>
          <p:nvPr>
            <p:ph type="sldNum" sz="quarter" idx="12"/>
          </p:nvPr>
        </p:nvSpPr>
        <p:spPr/>
        <p:txBody>
          <a:bodyPr/>
          <a:lstStyle/>
          <a:p>
            <a:fld id="{3710906E-C810-C541-ADA4-B0CAED1F5460}" type="slidenum">
              <a:rPr kumimoji="1" lang="ja-JP" altLang="en-US" smtClean="0"/>
              <a:t>‹#›</a:t>
            </a:fld>
            <a:endParaRPr kumimoji="1" lang="ja-JP" altLang="en-US"/>
          </a:p>
        </p:txBody>
      </p:sp>
    </p:spTree>
    <p:extLst>
      <p:ext uri="{BB962C8B-B14F-4D97-AF65-F5344CB8AC3E}">
        <p14:creationId xmlns:p14="http://schemas.microsoft.com/office/powerpoint/2010/main" val="3033047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ECDD62-A023-2006-EBB3-733F73E9841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052CCFB-66A1-D05C-E537-2B5E70D6394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E0F410A8-DF43-27E0-E73B-6025FEFB6008}"/>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0BA69347-ED6C-4F10-BB58-1DF74A9199F3}"/>
              </a:ext>
            </a:extLst>
          </p:cNvPr>
          <p:cNvSpPr>
            <a:spLocks noGrp="1"/>
          </p:cNvSpPr>
          <p:nvPr>
            <p:ph type="dt" sz="half" idx="10"/>
          </p:nvPr>
        </p:nvSpPr>
        <p:spPr/>
        <p:txBody>
          <a:bodyPr/>
          <a:lstStyle/>
          <a:p>
            <a:fld id="{97F50F22-F7E5-9A42-AF58-F6675068B7ED}" type="datetimeFigureOut">
              <a:rPr kumimoji="1" lang="ja-JP" altLang="en-US" smtClean="0"/>
              <a:t>2025/11/8</a:t>
            </a:fld>
            <a:endParaRPr kumimoji="1" lang="ja-JP" altLang="en-US"/>
          </a:p>
        </p:txBody>
      </p:sp>
      <p:sp>
        <p:nvSpPr>
          <p:cNvPr id="6" name="フッター プレースホルダー 5">
            <a:extLst>
              <a:ext uri="{FF2B5EF4-FFF2-40B4-BE49-F238E27FC236}">
                <a16:creationId xmlns:a16="http://schemas.microsoft.com/office/drawing/2014/main" id="{45A801CF-9AF9-BD1E-72D4-17CC51643AC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9399CAB-C135-CE2C-C288-78D607624011}"/>
              </a:ext>
            </a:extLst>
          </p:cNvPr>
          <p:cNvSpPr>
            <a:spLocks noGrp="1"/>
          </p:cNvSpPr>
          <p:nvPr>
            <p:ph type="sldNum" sz="quarter" idx="12"/>
          </p:nvPr>
        </p:nvSpPr>
        <p:spPr/>
        <p:txBody>
          <a:bodyPr/>
          <a:lstStyle/>
          <a:p>
            <a:fld id="{3710906E-C810-C541-ADA4-B0CAED1F5460}" type="slidenum">
              <a:rPr kumimoji="1" lang="ja-JP" altLang="en-US" smtClean="0"/>
              <a:t>‹#›</a:t>
            </a:fld>
            <a:endParaRPr kumimoji="1" lang="ja-JP" altLang="en-US"/>
          </a:p>
        </p:txBody>
      </p:sp>
    </p:spTree>
    <p:extLst>
      <p:ext uri="{BB962C8B-B14F-4D97-AF65-F5344CB8AC3E}">
        <p14:creationId xmlns:p14="http://schemas.microsoft.com/office/powerpoint/2010/main" val="964134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D7E2F2-E5C1-FA4B-2A9B-F2CD2B35DB03}"/>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0BF3F1-4B42-F972-5D53-A28903CC5D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3ACA2A11-CEFE-5167-9591-45B8EED99E89}"/>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5A88DBB-B76C-7C08-F18B-9088BDC9CF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4D8964FB-DE74-7B9D-6D36-7E4CA3444CF0}"/>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69874D1B-C64E-E5CB-C7A4-B60AEEB51101}"/>
              </a:ext>
            </a:extLst>
          </p:cNvPr>
          <p:cNvSpPr>
            <a:spLocks noGrp="1"/>
          </p:cNvSpPr>
          <p:nvPr>
            <p:ph type="dt" sz="half" idx="10"/>
          </p:nvPr>
        </p:nvSpPr>
        <p:spPr/>
        <p:txBody>
          <a:bodyPr/>
          <a:lstStyle/>
          <a:p>
            <a:fld id="{97F50F22-F7E5-9A42-AF58-F6675068B7ED}" type="datetimeFigureOut">
              <a:rPr kumimoji="1" lang="ja-JP" altLang="en-US" smtClean="0"/>
              <a:t>2025/11/8</a:t>
            </a:fld>
            <a:endParaRPr kumimoji="1" lang="ja-JP" altLang="en-US"/>
          </a:p>
        </p:txBody>
      </p:sp>
      <p:sp>
        <p:nvSpPr>
          <p:cNvPr id="8" name="フッター プレースホルダー 7">
            <a:extLst>
              <a:ext uri="{FF2B5EF4-FFF2-40B4-BE49-F238E27FC236}">
                <a16:creationId xmlns:a16="http://schemas.microsoft.com/office/drawing/2014/main" id="{168F4FDE-00C1-C11F-780D-89D83BD0051D}"/>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43C73E8E-E160-0C70-EEA3-0CACEB1706D7}"/>
              </a:ext>
            </a:extLst>
          </p:cNvPr>
          <p:cNvSpPr>
            <a:spLocks noGrp="1"/>
          </p:cNvSpPr>
          <p:nvPr>
            <p:ph type="sldNum" sz="quarter" idx="12"/>
          </p:nvPr>
        </p:nvSpPr>
        <p:spPr/>
        <p:txBody>
          <a:bodyPr/>
          <a:lstStyle/>
          <a:p>
            <a:fld id="{3710906E-C810-C541-ADA4-B0CAED1F5460}" type="slidenum">
              <a:rPr kumimoji="1" lang="ja-JP" altLang="en-US" smtClean="0"/>
              <a:t>‹#›</a:t>
            </a:fld>
            <a:endParaRPr kumimoji="1" lang="ja-JP" altLang="en-US"/>
          </a:p>
        </p:txBody>
      </p:sp>
    </p:spTree>
    <p:extLst>
      <p:ext uri="{BB962C8B-B14F-4D97-AF65-F5344CB8AC3E}">
        <p14:creationId xmlns:p14="http://schemas.microsoft.com/office/powerpoint/2010/main" val="5416867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B32229-341E-6214-CCF5-A8DD121C86CA}"/>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81771B58-D411-04A7-8080-F866FFD5AC83}"/>
              </a:ext>
            </a:extLst>
          </p:cNvPr>
          <p:cNvSpPr>
            <a:spLocks noGrp="1"/>
          </p:cNvSpPr>
          <p:nvPr>
            <p:ph type="dt" sz="half" idx="10"/>
          </p:nvPr>
        </p:nvSpPr>
        <p:spPr/>
        <p:txBody>
          <a:bodyPr/>
          <a:lstStyle/>
          <a:p>
            <a:fld id="{97F50F22-F7E5-9A42-AF58-F6675068B7ED}" type="datetimeFigureOut">
              <a:rPr kumimoji="1" lang="ja-JP" altLang="en-US" smtClean="0"/>
              <a:t>2025/11/8</a:t>
            </a:fld>
            <a:endParaRPr kumimoji="1" lang="ja-JP" altLang="en-US"/>
          </a:p>
        </p:txBody>
      </p:sp>
      <p:sp>
        <p:nvSpPr>
          <p:cNvPr id="4" name="フッター プレースホルダー 3">
            <a:extLst>
              <a:ext uri="{FF2B5EF4-FFF2-40B4-BE49-F238E27FC236}">
                <a16:creationId xmlns:a16="http://schemas.microsoft.com/office/drawing/2014/main" id="{0F939F16-DC5E-04D4-D2BB-9F89EABC06E6}"/>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5C3DE0B-B8B2-4AEF-A60E-518EA34A2EF1}"/>
              </a:ext>
            </a:extLst>
          </p:cNvPr>
          <p:cNvSpPr>
            <a:spLocks noGrp="1"/>
          </p:cNvSpPr>
          <p:nvPr>
            <p:ph type="sldNum" sz="quarter" idx="12"/>
          </p:nvPr>
        </p:nvSpPr>
        <p:spPr/>
        <p:txBody>
          <a:bodyPr/>
          <a:lstStyle/>
          <a:p>
            <a:fld id="{3710906E-C810-C541-ADA4-B0CAED1F5460}" type="slidenum">
              <a:rPr kumimoji="1" lang="ja-JP" altLang="en-US" smtClean="0"/>
              <a:t>‹#›</a:t>
            </a:fld>
            <a:endParaRPr kumimoji="1" lang="ja-JP" altLang="en-US"/>
          </a:p>
        </p:txBody>
      </p:sp>
    </p:spTree>
    <p:extLst>
      <p:ext uri="{BB962C8B-B14F-4D97-AF65-F5344CB8AC3E}">
        <p14:creationId xmlns:p14="http://schemas.microsoft.com/office/powerpoint/2010/main" val="30910289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FCCF9F9-CF73-6F26-9B59-0F52205EEA7E}"/>
              </a:ext>
            </a:extLst>
          </p:cNvPr>
          <p:cNvSpPr>
            <a:spLocks noGrp="1"/>
          </p:cNvSpPr>
          <p:nvPr>
            <p:ph type="dt" sz="half" idx="10"/>
          </p:nvPr>
        </p:nvSpPr>
        <p:spPr/>
        <p:txBody>
          <a:bodyPr/>
          <a:lstStyle/>
          <a:p>
            <a:fld id="{97F50F22-F7E5-9A42-AF58-F6675068B7ED}" type="datetimeFigureOut">
              <a:rPr kumimoji="1" lang="ja-JP" altLang="en-US" smtClean="0"/>
              <a:t>2025/11/8</a:t>
            </a:fld>
            <a:endParaRPr kumimoji="1" lang="ja-JP" altLang="en-US"/>
          </a:p>
        </p:txBody>
      </p:sp>
      <p:sp>
        <p:nvSpPr>
          <p:cNvPr id="3" name="フッター プレースホルダー 2">
            <a:extLst>
              <a:ext uri="{FF2B5EF4-FFF2-40B4-BE49-F238E27FC236}">
                <a16:creationId xmlns:a16="http://schemas.microsoft.com/office/drawing/2014/main" id="{8293C269-E23B-4FAE-5D5A-AADD520D8958}"/>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E81BB24-0BE6-9BD3-4D52-B373FC44147E}"/>
              </a:ext>
            </a:extLst>
          </p:cNvPr>
          <p:cNvSpPr>
            <a:spLocks noGrp="1"/>
          </p:cNvSpPr>
          <p:nvPr>
            <p:ph type="sldNum" sz="quarter" idx="12"/>
          </p:nvPr>
        </p:nvSpPr>
        <p:spPr/>
        <p:txBody>
          <a:bodyPr/>
          <a:lstStyle/>
          <a:p>
            <a:fld id="{3710906E-C810-C541-ADA4-B0CAED1F5460}" type="slidenum">
              <a:rPr kumimoji="1" lang="ja-JP" altLang="en-US" smtClean="0"/>
              <a:t>‹#›</a:t>
            </a:fld>
            <a:endParaRPr kumimoji="1" lang="ja-JP" altLang="en-US"/>
          </a:p>
        </p:txBody>
      </p:sp>
    </p:spTree>
    <p:extLst>
      <p:ext uri="{BB962C8B-B14F-4D97-AF65-F5344CB8AC3E}">
        <p14:creationId xmlns:p14="http://schemas.microsoft.com/office/powerpoint/2010/main" val="34814403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A08458F-99B1-1AFA-4BBF-FBCABE61D2F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39D5DB3-449B-CDB0-245A-BBA866B8AF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5379E003-F907-F158-E7EA-3BF7D09AA0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F24E3FF-F298-87F7-FC37-38896B1C0A46}"/>
              </a:ext>
            </a:extLst>
          </p:cNvPr>
          <p:cNvSpPr>
            <a:spLocks noGrp="1"/>
          </p:cNvSpPr>
          <p:nvPr>
            <p:ph type="dt" sz="half" idx="10"/>
          </p:nvPr>
        </p:nvSpPr>
        <p:spPr/>
        <p:txBody>
          <a:bodyPr/>
          <a:lstStyle/>
          <a:p>
            <a:fld id="{97F50F22-F7E5-9A42-AF58-F6675068B7ED}" type="datetimeFigureOut">
              <a:rPr kumimoji="1" lang="ja-JP" altLang="en-US" smtClean="0"/>
              <a:t>2025/11/8</a:t>
            </a:fld>
            <a:endParaRPr kumimoji="1" lang="ja-JP" altLang="en-US"/>
          </a:p>
        </p:txBody>
      </p:sp>
      <p:sp>
        <p:nvSpPr>
          <p:cNvPr id="6" name="フッター プレースホルダー 5">
            <a:extLst>
              <a:ext uri="{FF2B5EF4-FFF2-40B4-BE49-F238E27FC236}">
                <a16:creationId xmlns:a16="http://schemas.microsoft.com/office/drawing/2014/main" id="{0E3746A2-0CF1-F1FC-BC50-2FFB0D22C37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9B395AE-FEFC-8080-9C3C-49841CBCFE01}"/>
              </a:ext>
            </a:extLst>
          </p:cNvPr>
          <p:cNvSpPr>
            <a:spLocks noGrp="1"/>
          </p:cNvSpPr>
          <p:nvPr>
            <p:ph type="sldNum" sz="quarter" idx="12"/>
          </p:nvPr>
        </p:nvSpPr>
        <p:spPr/>
        <p:txBody>
          <a:bodyPr/>
          <a:lstStyle/>
          <a:p>
            <a:fld id="{3710906E-C810-C541-ADA4-B0CAED1F5460}" type="slidenum">
              <a:rPr kumimoji="1" lang="ja-JP" altLang="en-US" smtClean="0"/>
              <a:t>‹#›</a:t>
            </a:fld>
            <a:endParaRPr kumimoji="1" lang="ja-JP" altLang="en-US"/>
          </a:p>
        </p:txBody>
      </p:sp>
    </p:spTree>
    <p:extLst>
      <p:ext uri="{BB962C8B-B14F-4D97-AF65-F5344CB8AC3E}">
        <p14:creationId xmlns:p14="http://schemas.microsoft.com/office/powerpoint/2010/main" val="39159257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ED8215-2665-3066-8C64-8F5DBFB379F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2506C26E-121E-9A19-70AE-0E421B314D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3B132716-1D65-7CF2-75FA-322CF366D1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F212340-D097-FD5C-B54D-067BF26315C4}"/>
              </a:ext>
            </a:extLst>
          </p:cNvPr>
          <p:cNvSpPr>
            <a:spLocks noGrp="1"/>
          </p:cNvSpPr>
          <p:nvPr>
            <p:ph type="dt" sz="half" idx="10"/>
          </p:nvPr>
        </p:nvSpPr>
        <p:spPr/>
        <p:txBody>
          <a:bodyPr/>
          <a:lstStyle/>
          <a:p>
            <a:fld id="{97F50F22-F7E5-9A42-AF58-F6675068B7ED}" type="datetimeFigureOut">
              <a:rPr kumimoji="1" lang="ja-JP" altLang="en-US" smtClean="0"/>
              <a:t>2025/11/8</a:t>
            </a:fld>
            <a:endParaRPr kumimoji="1" lang="ja-JP" altLang="en-US"/>
          </a:p>
        </p:txBody>
      </p:sp>
      <p:sp>
        <p:nvSpPr>
          <p:cNvPr id="6" name="フッター プレースホルダー 5">
            <a:extLst>
              <a:ext uri="{FF2B5EF4-FFF2-40B4-BE49-F238E27FC236}">
                <a16:creationId xmlns:a16="http://schemas.microsoft.com/office/drawing/2014/main" id="{518CB412-7ACB-724E-4D9C-375161A1920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291F266-85FB-88FE-96D2-A982C2142E2A}"/>
              </a:ext>
            </a:extLst>
          </p:cNvPr>
          <p:cNvSpPr>
            <a:spLocks noGrp="1"/>
          </p:cNvSpPr>
          <p:nvPr>
            <p:ph type="sldNum" sz="quarter" idx="12"/>
          </p:nvPr>
        </p:nvSpPr>
        <p:spPr/>
        <p:txBody>
          <a:bodyPr/>
          <a:lstStyle/>
          <a:p>
            <a:fld id="{3710906E-C810-C541-ADA4-B0CAED1F5460}" type="slidenum">
              <a:rPr kumimoji="1" lang="ja-JP" altLang="en-US" smtClean="0"/>
              <a:t>‹#›</a:t>
            </a:fld>
            <a:endParaRPr kumimoji="1" lang="ja-JP" altLang="en-US"/>
          </a:p>
        </p:txBody>
      </p:sp>
    </p:spTree>
    <p:extLst>
      <p:ext uri="{BB962C8B-B14F-4D97-AF65-F5344CB8AC3E}">
        <p14:creationId xmlns:p14="http://schemas.microsoft.com/office/powerpoint/2010/main" val="10783121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34AC32-F9DA-2A21-E2F9-8E1BC55E4BA2}"/>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FF005AF-D33E-7151-0756-0C50A6DE6DEC}"/>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0035E59-976D-1495-2AF8-1E4B672AC5C2}"/>
              </a:ext>
            </a:extLst>
          </p:cNvPr>
          <p:cNvSpPr>
            <a:spLocks noGrp="1"/>
          </p:cNvSpPr>
          <p:nvPr>
            <p:ph type="dt" sz="half" idx="10"/>
          </p:nvPr>
        </p:nvSpPr>
        <p:spPr/>
        <p:txBody>
          <a:bodyPr/>
          <a:lstStyle/>
          <a:p>
            <a:fld id="{97F50F22-F7E5-9A42-AF58-F6675068B7ED}" type="datetimeFigureOut">
              <a:rPr kumimoji="1" lang="ja-JP" altLang="en-US" smtClean="0"/>
              <a:t>2025/11/8</a:t>
            </a:fld>
            <a:endParaRPr kumimoji="1" lang="ja-JP" altLang="en-US"/>
          </a:p>
        </p:txBody>
      </p:sp>
      <p:sp>
        <p:nvSpPr>
          <p:cNvPr id="5" name="フッター プレースホルダー 4">
            <a:extLst>
              <a:ext uri="{FF2B5EF4-FFF2-40B4-BE49-F238E27FC236}">
                <a16:creationId xmlns:a16="http://schemas.microsoft.com/office/drawing/2014/main" id="{1C69E080-8208-3017-CA9E-E09C5D01324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05A6027-AD53-1A92-6B06-01E2440D3212}"/>
              </a:ext>
            </a:extLst>
          </p:cNvPr>
          <p:cNvSpPr>
            <a:spLocks noGrp="1"/>
          </p:cNvSpPr>
          <p:nvPr>
            <p:ph type="sldNum" sz="quarter" idx="12"/>
          </p:nvPr>
        </p:nvSpPr>
        <p:spPr/>
        <p:txBody>
          <a:bodyPr/>
          <a:lstStyle/>
          <a:p>
            <a:fld id="{3710906E-C810-C541-ADA4-B0CAED1F5460}" type="slidenum">
              <a:rPr kumimoji="1" lang="ja-JP" altLang="en-US" smtClean="0"/>
              <a:t>‹#›</a:t>
            </a:fld>
            <a:endParaRPr kumimoji="1" lang="ja-JP" altLang="en-US"/>
          </a:p>
        </p:txBody>
      </p:sp>
    </p:spTree>
    <p:extLst>
      <p:ext uri="{BB962C8B-B14F-4D97-AF65-F5344CB8AC3E}">
        <p14:creationId xmlns:p14="http://schemas.microsoft.com/office/powerpoint/2010/main" val="1976033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3C705F92-FE31-056D-8110-E5DE1126AD97}"/>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609FB13-AD4E-0420-A283-FB5F1C21087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C39BFF1-F652-B071-74E0-375779226583}"/>
              </a:ext>
            </a:extLst>
          </p:cNvPr>
          <p:cNvSpPr>
            <a:spLocks noGrp="1"/>
          </p:cNvSpPr>
          <p:nvPr>
            <p:ph type="dt" sz="half" idx="10"/>
          </p:nvPr>
        </p:nvSpPr>
        <p:spPr/>
        <p:txBody>
          <a:bodyPr/>
          <a:lstStyle/>
          <a:p>
            <a:fld id="{97F50F22-F7E5-9A42-AF58-F6675068B7ED}" type="datetimeFigureOut">
              <a:rPr kumimoji="1" lang="ja-JP" altLang="en-US" smtClean="0"/>
              <a:t>2025/11/8</a:t>
            </a:fld>
            <a:endParaRPr kumimoji="1" lang="ja-JP" altLang="en-US"/>
          </a:p>
        </p:txBody>
      </p:sp>
      <p:sp>
        <p:nvSpPr>
          <p:cNvPr id="5" name="フッター プレースホルダー 4">
            <a:extLst>
              <a:ext uri="{FF2B5EF4-FFF2-40B4-BE49-F238E27FC236}">
                <a16:creationId xmlns:a16="http://schemas.microsoft.com/office/drawing/2014/main" id="{367A288C-30C8-88B2-917A-328091D0A5D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E3AF737-4C11-F54D-3265-7611C1807CA8}"/>
              </a:ext>
            </a:extLst>
          </p:cNvPr>
          <p:cNvSpPr>
            <a:spLocks noGrp="1"/>
          </p:cNvSpPr>
          <p:nvPr>
            <p:ph type="sldNum" sz="quarter" idx="12"/>
          </p:nvPr>
        </p:nvSpPr>
        <p:spPr/>
        <p:txBody>
          <a:bodyPr/>
          <a:lstStyle/>
          <a:p>
            <a:fld id="{3710906E-C810-C541-ADA4-B0CAED1F5460}" type="slidenum">
              <a:rPr kumimoji="1" lang="ja-JP" altLang="en-US" smtClean="0"/>
              <a:t>‹#›</a:t>
            </a:fld>
            <a:endParaRPr kumimoji="1" lang="ja-JP" altLang="en-US"/>
          </a:p>
        </p:txBody>
      </p:sp>
    </p:spTree>
    <p:extLst>
      <p:ext uri="{BB962C8B-B14F-4D97-AF65-F5344CB8AC3E}">
        <p14:creationId xmlns:p14="http://schemas.microsoft.com/office/powerpoint/2010/main" val="3560908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9C3677EF-F3FF-9CE2-51FF-D45A7A1FAF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A8BF1EE-CF8E-9A25-ACDD-F142848D8C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B2BB34B-B1AD-4748-71EC-31B948AEDA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7F50F22-F7E5-9A42-AF58-F6675068B7ED}" type="datetimeFigureOut">
              <a:rPr kumimoji="1" lang="ja-JP" altLang="en-US" smtClean="0"/>
              <a:t>2025/11/8</a:t>
            </a:fld>
            <a:endParaRPr kumimoji="1" lang="ja-JP" altLang="en-US"/>
          </a:p>
        </p:txBody>
      </p:sp>
      <p:sp>
        <p:nvSpPr>
          <p:cNvPr id="5" name="フッター プレースホルダー 4">
            <a:extLst>
              <a:ext uri="{FF2B5EF4-FFF2-40B4-BE49-F238E27FC236}">
                <a16:creationId xmlns:a16="http://schemas.microsoft.com/office/drawing/2014/main" id="{8C9F654F-9B5B-7525-C9E2-2D5F860AA2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3BA60CB-4540-26FE-BB1D-6B8B2AFFB3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710906E-C810-C541-ADA4-B0CAED1F5460}" type="slidenum">
              <a:rPr kumimoji="1" lang="ja-JP" altLang="en-US" smtClean="0"/>
              <a:t>‹#›</a:t>
            </a:fld>
            <a:endParaRPr kumimoji="1" lang="ja-JP" altLang="en-US"/>
          </a:p>
        </p:txBody>
      </p:sp>
    </p:spTree>
    <p:extLst>
      <p:ext uri="{BB962C8B-B14F-4D97-AF65-F5344CB8AC3E}">
        <p14:creationId xmlns:p14="http://schemas.microsoft.com/office/powerpoint/2010/main" val="10069757"/>
      </p:ext>
    </p:extLst>
  </p:cSld>
  <p:clrMap bg1="lt1" tx1="dk1" bg2="lt2" tx2="dk2" accent1="accent1" accent2="accent2" accent3="accent3" accent4="accent4" accent5="accent5" accent6="accent6" hlink="hlink" folHlink="folHlink"/>
  <p:sldLayoutIdLst>
    <p:sldLayoutId id="2147483890" r:id="rId1"/>
    <p:sldLayoutId id="2147483891" r:id="rId2"/>
    <p:sldLayoutId id="2147483892" r:id="rId3"/>
    <p:sldLayoutId id="2147483893" r:id="rId4"/>
    <p:sldLayoutId id="2147483894" r:id="rId5"/>
    <p:sldLayoutId id="2147483895" r:id="rId6"/>
    <p:sldLayoutId id="2147483896" r:id="rId7"/>
    <p:sldLayoutId id="2147483897" r:id="rId8"/>
    <p:sldLayoutId id="2147483898" r:id="rId9"/>
    <p:sldLayoutId id="2147483899" r:id="rId10"/>
    <p:sldLayoutId id="2147483900"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110.png"/><Relationship Id="rId7" Type="http://schemas.openxmlformats.org/officeDocument/2006/relationships/image" Target="../media/image5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10.png"/><Relationship Id="rId4" Type="http://schemas.openxmlformats.org/officeDocument/2006/relationships/image" Target="../media/image210.png"/><Relationship Id="rId9" Type="http://schemas.openxmlformats.org/officeDocument/2006/relationships/image" Target="../media/image70.png"/></Relationships>
</file>

<file path=ppt/slides/_rels/slide13.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38.png"/><Relationship Id="rId2" Type="http://schemas.openxmlformats.org/officeDocument/2006/relationships/image" Target="../media/image100.png"/><Relationship Id="rId1" Type="http://schemas.openxmlformats.org/officeDocument/2006/relationships/slideLayout" Target="../slideLayouts/slideLayout2.xml"/><Relationship Id="rId6" Type="http://schemas.openxmlformats.org/officeDocument/2006/relationships/image" Target="../media/image140.png"/><Relationship Id="rId5" Type="http://schemas.openxmlformats.org/officeDocument/2006/relationships/image" Target="../media/image130.png"/><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角丸四角形 17">
            <a:extLst>
              <a:ext uri="{FF2B5EF4-FFF2-40B4-BE49-F238E27FC236}">
                <a16:creationId xmlns:a16="http://schemas.microsoft.com/office/drawing/2014/main" id="{567EC018-7F89-2AC3-5D28-BC2A0ABB7E67}"/>
              </a:ext>
            </a:extLst>
          </p:cNvPr>
          <p:cNvSpPr/>
          <p:nvPr/>
        </p:nvSpPr>
        <p:spPr>
          <a:xfrm>
            <a:off x="474181" y="3573710"/>
            <a:ext cx="5272278" cy="3129093"/>
          </a:xfrm>
          <a:prstGeom prst="roundRect">
            <a:avLst/>
          </a:prstGeom>
          <a:noFill/>
          <a:ln>
            <a:solidFill>
              <a:srgbClr val="042433">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角丸四角形 18">
            <a:extLst>
              <a:ext uri="{FF2B5EF4-FFF2-40B4-BE49-F238E27FC236}">
                <a16:creationId xmlns:a16="http://schemas.microsoft.com/office/drawing/2014/main" id="{01E03164-AC65-22CA-42A9-F737A3A92A3B}"/>
              </a:ext>
            </a:extLst>
          </p:cNvPr>
          <p:cNvSpPr/>
          <p:nvPr/>
        </p:nvSpPr>
        <p:spPr>
          <a:xfrm>
            <a:off x="6618581" y="3573710"/>
            <a:ext cx="5272278" cy="3129093"/>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68343850-8FC5-4601-5DEE-C37EF00C4D06}"/>
              </a:ext>
            </a:extLst>
          </p:cNvPr>
          <p:cNvSpPr>
            <a:spLocks noGrp="1"/>
          </p:cNvSpPr>
          <p:nvPr>
            <p:ph type="title"/>
          </p:nvPr>
        </p:nvSpPr>
        <p:spPr>
          <a:xfrm>
            <a:off x="0" y="154057"/>
            <a:ext cx="11040115" cy="810532"/>
          </a:xfrm>
        </p:spPr>
        <p:txBody>
          <a:bodyPr>
            <a:normAutofit/>
          </a:bodyPr>
          <a:lstStyle/>
          <a:p>
            <a:r>
              <a:rPr kumimoji="1" lang="en-US" altLang="ja-JP" dirty="0">
                <a:latin typeface="Arial" panose="020B0604020202020204" pitchFamily="34" charset="0"/>
                <a:cs typeface="Arial" panose="020B0604020202020204" pitchFamily="34" charset="0"/>
              </a:rPr>
              <a:t>1.1 Classical Shadow Tomography (CST)</a:t>
            </a:r>
            <a:endParaRPr kumimoji="1" lang="ja-JP" altLang="en-US">
              <a:latin typeface="Arial" panose="020B0604020202020204" pitchFamily="34" charset="0"/>
              <a:cs typeface="Arial" panose="020B0604020202020204" pitchFamily="34" charset="0"/>
            </a:endParaRPr>
          </a:p>
        </p:txBody>
      </p:sp>
      <p:sp>
        <p:nvSpPr>
          <p:cNvPr id="3" name="コンテンツ プレースホルダー 2">
            <a:extLst>
              <a:ext uri="{FF2B5EF4-FFF2-40B4-BE49-F238E27FC236}">
                <a16:creationId xmlns:a16="http://schemas.microsoft.com/office/drawing/2014/main" id="{06C7DD22-D38D-E7EE-9CC1-45E83BEDCB04}"/>
              </a:ext>
            </a:extLst>
          </p:cNvPr>
          <p:cNvSpPr>
            <a:spLocks noGrp="1"/>
          </p:cNvSpPr>
          <p:nvPr>
            <p:ph idx="1"/>
          </p:nvPr>
        </p:nvSpPr>
        <p:spPr>
          <a:xfrm>
            <a:off x="474181" y="1146695"/>
            <a:ext cx="11186515" cy="1929467"/>
          </a:xfrm>
        </p:spPr>
        <p:txBody>
          <a:bodyPr>
            <a:normAutofit/>
          </a:bodyPr>
          <a:lstStyle/>
          <a:p>
            <a:r>
              <a:rPr kumimoji="1" lang="ja-JP" altLang="en-US"/>
              <a:t>ある量子状態の多数の物理量をより少ない回数の測定（また、測定によって得られた古典情報）から予測する手法</a:t>
            </a:r>
            <a:endParaRPr kumimoji="1" lang="en-US" altLang="ja-JP" dirty="0"/>
          </a:p>
          <a:p>
            <a:pPr lvl="1"/>
            <a:r>
              <a:rPr kumimoji="1" lang="ja-JP" altLang="en-US"/>
              <a:t>量子情報を古典情報として効率的に保存し、後からその量子状態の（ある条件を満たす）物理量を取り出すことができる</a:t>
            </a:r>
          </a:p>
        </p:txBody>
      </p:sp>
      <p:sp>
        <p:nvSpPr>
          <p:cNvPr id="4" name="テキスト ボックス 3">
            <a:extLst>
              <a:ext uri="{FF2B5EF4-FFF2-40B4-BE49-F238E27FC236}">
                <a16:creationId xmlns:a16="http://schemas.microsoft.com/office/drawing/2014/main" id="{2CA69D76-DB43-B1A1-8748-12F3DBFA6272}"/>
              </a:ext>
            </a:extLst>
          </p:cNvPr>
          <p:cNvSpPr txBox="1"/>
          <p:nvPr/>
        </p:nvSpPr>
        <p:spPr>
          <a:xfrm>
            <a:off x="1201037" y="3697264"/>
            <a:ext cx="3997902" cy="923330"/>
          </a:xfrm>
          <a:prstGeom prst="rect">
            <a:avLst/>
          </a:prstGeom>
          <a:noFill/>
        </p:spPr>
        <p:txBody>
          <a:bodyPr wrap="square" rtlCol="0">
            <a:spAutoFit/>
          </a:bodyPr>
          <a:lstStyle/>
          <a:p>
            <a:r>
              <a:rPr kumimoji="1" lang="ja-JP" altLang="en-US"/>
              <a:t>密度行列全部を測定をもとに推定し、</a:t>
            </a:r>
            <a:endParaRPr kumimoji="1" lang="en-US" altLang="ja-JP" dirty="0"/>
          </a:p>
          <a:p>
            <a:r>
              <a:rPr kumimoji="1" lang="ja-JP" altLang="en-US"/>
              <a:t>それをもとに物理量を推定する</a:t>
            </a:r>
            <a:endParaRPr kumimoji="1" lang="en-US" altLang="ja-JP" dirty="0"/>
          </a:p>
          <a:p>
            <a:endParaRPr lang="en-US" altLang="ja-JP" dirty="0"/>
          </a:p>
        </p:txBody>
      </p:sp>
      <p:sp>
        <p:nvSpPr>
          <p:cNvPr id="5" name="テキスト ボックス 4">
            <a:extLst>
              <a:ext uri="{FF2B5EF4-FFF2-40B4-BE49-F238E27FC236}">
                <a16:creationId xmlns:a16="http://schemas.microsoft.com/office/drawing/2014/main" id="{AD5E5C54-EA09-F108-0084-52AE3E056DE3}"/>
              </a:ext>
            </a:extLst>
          </p:cNvPr>
          <p:cNvSpPr txBox="1"/>
          <p:nvPr/>
        </p:nvSpPr>
        <p:spPr>
          <a:xfrm>
            <a:off x="7191424" y="3709438"/>
            <a:ext cx="4469272" cy="646331"/>
          </a:xfrm>
          <a:prstGeom prst="rect">
            <a:avLst/>
          </a:prstGeom>
          <a:noFill/>
        </p:spPr>
        <p:txBody>
          <a:bodyPr wrap="square" rtlCol="0">
            <a:spAutoFit/>
          </a:bodyPr>
          <a:lstStyle/>
          <a:p>
            <a:r>
              <a:rPr kumimoji="1" lang="ja-JP" altLang="en-US"/>
              <a:t>求めたい物理量に応じて、必要なだけの情報を量子状態から取り出して推定する</a:t>
            </a:r>
            <a:endParaRPr kumimoji="1" lang="en-US" altLang="ja-JP" dirty="0"/>
          </a:p>
        </p:txBody>
      </p:sp>
      <p:sp>
        <p:nvSpPr>
          <p:cNvPr id="8" name="テキスト ボックス 7">
            <a:extLst>
              <a:ext uri="{FF2B5EF4-FFF2-40B4-BE49-F238E27FC236}">
                <a16:creationId xmlns:a16="http://schemas.microsoft.com/office/drawing/2014/main" id="{101C66C0-6047-D20C-ECC7-2986C097A2B5}"/>
              </a:ext>
            </a:extLst>
          </p:cNvPr>
          <p:cNvSpPr txBox="1"/>
          <p:nvPr/>
        </p:nvSpPr>
        <p:spPr>
          <a:xfrm>
            <a:off x="1771877" y="6249256"/>
            <a:ext cx="3407927" cy="369332"/>
          </a:xfrm>
          <a:prstGeom prst="rect">
            <a:avLst/>
          </a:prstGeom>
          <a:noFill/>
        </p:spPr>
        <p:txBody>
          <a:bodyPr wrap="square">
            <a:spAutoFit/>
          </a:bodyPr>
          <a:lstStyle/>
          <a:p>
            <a:r>
              <a:rPr kumimoji="1" lang="ja-JP" altLang="en-US" b="1"/>
              <a:t>指数回</a:t>
            </a:r>
            <a:r>
              <a:rPr kumimoji="1" lang="ja-JP" altLang="en-US"/>
              <a:t>の測定が必要</a:t>
            </a:r>
          </a:p>
        </p:txBody>
      </p:sp>
      <p:sp>
        <p:nvSpPr>
          <p:cNvPr id="10" name="テキスト ボックス 9">
            <a:extLst>
              <a:ext uri="{FF2B5EF4-FFF2-40B4-BE49-F238E27FC236}">
                <a16:creationId xmlns:a16="http://schemas.microsoft.com/office/drawing/2014/main" id="{3BDB03A6-1F32-ED63-0025-70351DD4040B}"/>
              </a:ext>
            </a:extLst>
          </p:cNvPr>
          <p:cNvSpPr txBox="1"/>
          <p:nvPr/>
        </p:nvSpPr>
        <p:spPr>
          <a:xfrm>
            <a:off x="7804423" y="6249256"/>
            <a:ext cx="3212984" cy="369332"/>
          </a:xfrm>
          <a:prstGeom prst="rect">
            <a:avLst/>
          </a:prstGeom>
          <a:noFill/>
        </p:spPr>
        <p:txBody>
          <a:bodyPr wrap="square">
            <a:spAutoFit/>
          </a:bodyPr>
          <a:lstStyle/>
          <a:p>
            <a:r>
              <a:rPr kumimoji="1" lang="ja-JP" altLang="en-US" b="1"/>
              <a:t>多項式回</a:t>
            </a:r>
            <a:r>
              <a:rPr kumimoji="1" lang="ja-JP" altLang="en-US"/>
              <a:t>の測定ですむ</a:t>
            </a:r>
          </a:p>
        </p:txBody>
      </p:sp>
      <p:cxnSp>
        <p:nvCxnSpPr>
          <p:cNvPr id="12" name="直線矢印コネクタ 11">
            <a:extLst>
              <a:ext uri="{FF2B5EF4-FFF2-40B4-BE49-F238E27FC236}">
                <a16:creationId xmlns:a16="http://schemas.microsoft.com/office/drawing/2014/main" id="{3EEF4998-2F26-CBFA-F3A0-69E55CF8003E}"/>
              </a:ext>
            </a:extLst>
          </p:cNvPr>
          <p:cNvCxnSpPr>
            <a:cxnSpLocks/>
          </p:cNvCxnSpPr>
          <p:nvPr/>
        </p:nvCxnSpPr>
        <p:spPr>
          <a:xfrm>
            <a:off x="5460899" y="5176025"/>
            <a:ext cx="1422331" cy="0"/>
          </a:xfrm>
          <a:prstGeom prst="straightConnector1">
            <a:avLst/>
          </a:prstGeom>
          <a:ln w="28575">
            <a:headEnd type="none" w="med" len="med"/>
            <a:tailEnd type="arrow" w="med" len="med"/>
          </a:ln>
        </p:spPr>
        <p:style>
          <a:lnRef idx="2">
            <a:schemeClr val="dk1"/>
          </a:lnRef>
          <a:fillRef idx="0">
            <a:schemeClr val="dk1"/>
          </a:fillRef>
          <a:effectRef idx="1">
            <a:schemeClr val="dk1"/>
          </a:effectRef>
          <a:fontRef idx="minor">
            <a:schemeClr val="tx1"/>
          </a:fontRef>
        </p:style>
      </p:cxnSp>
      <p:pic>
        <p:nvPicPr>
          <p:cNvPr id="1026" name="Picture 2" descr="ブロッホ球 - Wikipedia">
            <a:extLst>
              <a:ext uri="{FF2B5EF4-FFF2-40B4-BE49-F238E27FC236}">
                <a16:creationId xmlns:a16="http://schemas.microsoft.com/office/drawing/2014/main" id="{74EA75F7-B503-4AF2-1CCD-7F028F163A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3163" y="4358486"/>
            <a:ext cx="883556" cy="93624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ブロッホ球 - Wikipedia">
            <a:extLst>
              <a:ext uri="{FF2B5EF4-FFF2-40B4-BE49-F238E27FC236}">
                <a16:creationId xmlns:a16="http://schemas.microsoft.com/office/drawing/2014/main" id="{6ED6AAF4-AFB2-0E5E-DB07-355E30FFF7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5161" y="4388123"/>
            <a:ext cx="883556" cy="93624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5D81A519-2DB7-CB45-E082-F017ACD60E16}"/>
                  </a:ext>
                </a:extLst>
              </p:cNvPr>
              <p:cNvSpPr txBox="1"/>
              <p:nvPr/>
            </p:nvSpPr>
            <p:spPr>
              <a:xfrm>
                <a:off x="993163" y="5772402"/>
                <a:ext cx="1471493" cy="369332"/>
              </a:xfrm>
              <a:prstGeom prst="rect">
                <a:avLst/>
              </a:prstGeom>
              <a:noFill/>
            </p:spPr>
            <p:txBody>
              <a:bodyPr wrap="none" rtlCol="0">
                <a:spAutoFit/>
              </a:bodyPr>
              <a:lstStyle/>
              <a:p>
                <a14:m>
                  <m:oMath xmlns:m="http://schemas.openxmlformats.org/officeDocument/2006/math">
                    <m:r>
                      <a:rPr kumimoji="1" lang="ja-JP" altLang="en-US" i="1" smtClean="0">
                        <a:latin typeface="Cambria Math" panose="02040503050406030204" pitchFamily="18" charset="0"/>
                      </a:rPr>
                      <m:t>𝜌</m:t>
                    </m:r>
                  </m:oMath>
                </a14:m>
                <a:r>
                  <a:rPr kumimoji="1" lang="ja-JP" altLang="en-US"/>
                  <a:t>：密度行列</a:t>
                </a:r>
              </a:p>
            </p:txBody>
          </p:sp>
        </mc:Choice>
        <mc:Fallback xmlns="">
          <p:sp>
            <p:nvSpPr>
              <p:cNvPr id="16" name="テキスト ボックス 15">
                <a:extLst>
                  <a:ext uri="{FF2B5EF4-FFF2-40B4-BE49-F238E27FC236}">
                    <a16:creationId xmlns:a16="http://schemas.microsoft.com/office/drawing/2014/main" id="{5D81A519-2DB7-CB45-E082-F017ACD60E16}"/>
                  </a:ext>
                </a:extLst>
              </p:cNvPr>
              <p:cNvSpPr txBox="1">
                <a:spLocks noRot="1" noChangeAspect="1" noMove="1" noResize="1" noEditPoints="1" noAdjustHandles="1" noChangeArrowheads="1" noChangeShapeType="1" noTextEdit="1"/>
              </p:cNvSpPr>
              <p:nvPr/>
            </p:nvSpPr>
            <p:spPr>
              <a:xfrm>
                <a:off x="993163" y="5772402"/>
                <a:ext cx="1471493" cy="369332"/>
              </a:xfrm>
              <a:prstGeom prst="rect">
                <a:avLst/>
              </a:prstGeom>
              <a:blipFill>
                <a:blip r:embed="rId3"/>
                <a:stretch>
                  <a:fillRect t="-6667" r="-2586" b="-2666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2EA3F70D-0345-E5A6-5A21-9ADAC8A35A12}"/>
                  </a:ext>
                </a:extLst>
              </p:cNvPr>
              <p:cNvSpPr txBox="1"/>
              <p:nvPr/>
            </p:nvSpPr>
            <p:spPr>
              <a:xfrm>
                <a:off x="7175161" y="5749677"/>
                <a:ext cx="1471493" cy="369332"/>
              </a:xfrm>
              <a:prstGeom prst="rect">
                <a:avLst/>
              </a:prstGeom>
              <a:noFill/>
            </p:spPr>
            <p:txBody>
              <a:bodyPr wrap="none" rtlCol="0">
                <a:spAutoFit/>
              </a:bodyPr>
              <a:lstStyle/>
              <a:p>
                <a14:m>
                  <m:oMath xmlns:m="http://schemas.openxmlformats.org/officeDocument/2006/math">
                    <m:r>
                      <a:rPr kumimoji="1" lang="ja-JP" altLang="en-US" i="1" smtClean="0">
                        <a:latin typeface="Cambria Math" panose="02040503050406030204" pitchFamily="18" charset="0"/>
                      </a:rPr>
                      <m:t>𝜌</m:t>
                    </m:r>
                  </m:oMath>
                </a14:m>
                <a:r>
                  <a:rPr kumimoji="1" lang="ja-JP" altLang="en-US"/>
                  <a:t>：密度行列</a:t>
                </a:r>
              </a:p>
            </p:txBody>
          </p:sp>
        </mc:Choice>
        <mc:Fallback xmlns="">
          <p:sp>
            <p:nvSpPr>
              <p:cNvPr id="17" name="テキスト ボックス 16">
                <a:extLst>
                  <a:ext uri="{FF2B5EF4-FFF2-40B4-BE49-F238E27FC236}">
                    <a16:creationId xmlns:a16="http://schemas.microsoft.com/office/drawing/2014/main" id="{2EA3F70D-0345-E5A6-5A21-9ADAC8A35A12}"/>
                  </a:ext>
                </a:extLst>
              </p:cNvPr>
              <p:cNvSpPr txBox="1">
                <a:spLocks noRot="1" noChangeAspect="1" noMove="1" noResize="1" noEditPoints="1" noAdjustHandles="1" noChangeArrowheads="1" noChangeShapeType="1" noTextEdit="1"/>
              </p:cNvSpPr>
              <p:nvPr/>
            </p:nvSpPr>
            <p:spPr>
              <a:xfrm>
                <a:off x="7175161" y="5749677"/>
                <a:ext cx="1471493" cy="369332"/>
              </a:xfrm>
              <a:prstGeom prst="rect">
                <a:avLst/>
              </a:prstGeom>
              <a:blipFill>
                <a:blip r:embed="rId4"/>
                <a:stretch>
                  <a:fillRect t="-6667" r="-2564" b="-26667"/>
                </a:stretch>
              </a:blipFill>
            </p:spPr>
            <p:txBody>
              <a:bodyPr/>
              <a:lstStyle/>
              <a:p>
                <a:r>
                  <a:rPr lang="ja-JP" altLang="en-US">
                    <a:noFill/>
                  </a:rPr>
                  <a:t> </a:t>
                </a:r>
              </a:p>
            </p:txBody>
          </p:sp>
        </mc:Fallback>
      </mc:AlternateContent>
      <p:sp>
        <p:nvSpPr>
          <p:cNvPr id="20" name="テキスト ボックス 19">
            <a:extLst>
              <a:ext uri="{FF2B5EF4-FFF2-40B4-BE49-F238E27FC236}">
                <a16:creationId xmlns:a16="http://schemas.microsoft.com/office/drawing/2014/main" id="{610A4EDE-304F-B6AC-4822-1D47893987DE}"/>
              </a:ext>
            </a:extLst>
          </p:cNvPr>
          <p:cNvSpPr txBox="1"/>
          <p:nvPr/>
        </p:nvSpPr>
        <p:spPr>
          <a:xfrm>
            <a:off x="946931" y="3170631"/>
            <a:ext cx="4188967" cy="461665"/>
          </a:xfrm>
          <a:prstGeom prst="rect">
            <a:avLst/>
          </a:prstGeom>
          <a:noFill/>
        </p:spPr>
        <p:txBody>
          <a:bodyPr wrap="none" rtlCol="0">
            <a:spAutoFit/>
          </a:bodyPr>
          <a:lstStyle/>
          <a:p>
            <a:r>
              <a:rPr kumimoji="1" lang="en-US" altLang="ja-JP" sz="2400" dirty="0">
                <a:latin typeface="Arial" panose="020B0604020202020204" pitchFamily="34" charset="0"/>
                <a:cs typeface="Arial" panose="020B0604020202020204" pitchFamily="34" charset="0"/>
              </a:rPr>
              <a:t>Quantum State Tomography</a:t>
            </a:r>
            <a:endParaRPr kumimoji="1" lang="ja-JP" altLang="en-US" sz="2400">
              <a:latin typeface="Arial" panose="020B0604020202020204" pitchFamily="34" charset="0"/>
              <a:cs typeface="Arial" panose="020B0604020202020204" pitchFamily="34" charset="0"/>
            </a:endParaRPr>
          </a:p>
        </p:txBody>
      </p:sp>
      <p:sp>
        <p:nvSpPr>
          <p:cNvPr id="21" name="テキスト ボックス 20">
            <a:extLst>
              <a:ext uri="{FF2B5EF4-FFF2-40B4-BE49-F238E27FC236}">
                <a16:creationId xmlns:a16="http://schemas.microsoft.com/office/drawing/2014/main" id="{B51288B0-7968-05D5-3C1E-E30198917583}"/>
              </a:ext>
            </a:extLst>
          </p:cNvPr>
          <p:cNvSpPr txBox="1"/>
          <p:nvPr/>
        </p:nvSpPr>
        <p:spPr>
          <a:xfrm>
            <a:off x="6980676" y="3191056"/>
            <a:ext cx="4437433" cy="461665"/>
          </a:xfrm>
          <a:prstGeom prst="rect">
            <a:avLst/>
          </a:prstGeom>
          <a:noFill/>
        </p:spPr>
        <p:txBody>
          <a:bodyPr wrap="none" rtlCol="0">
            <a:spAutoFit/>
          </a:bodyPr>
          <a:lstStyle/>
          <a:p>
            <a:r>
              <a:rPr kumimoji="1" lang="en-US" altLang="ja-JP" sz="2400" dirty="0">
                <a:latin typeface="Arial" panose="020B0604020202020204" pitchFamily="34" charset="0"/>
                <a:cs typeface="Arial" panose="020B0604020202020204" pitchFamily="34" charset="0"/>
              </a:rPr>
              <a:t>Classical </a:t>
            </a:r>
            <a:r>
              <a:rPr kumimoji="1" lang="en-US" altLang="ja-JP" sz="2400" dirty="0" err="1">
                <a:latin typeface="Arial" panose="020B0604020202020204" pitchFamily="34" charset="0"/>
                <a:cs typeface="Arial" panose="020B0604020202020204" pitchFamily="34" charset="0"/>
              </a:rPr>
              <a:t>ShadowTomography</a:t>
            </a:r>
            <a:endParaRPr kumimoji="1" lang="ja-JP" altLang="en-US" sz="2400">
              <a:latin typeface="Arial" panose="020B0604020202020204" pitchFamily="34" charset="0"/>
              <a:cs typeface="Arial" panose="020B0604020202020204" pitchFamily="34" charset="0"/>
            </a:endParaRPr>
          </a:p>
        </p:txBody>
      </p:sp>
      <p:pic>
        <p:nvPicPr>
          <p:cNvPr id="24" name="図 23" descr="ダイアグラム&#10;&#10;AI 生成コンテンツは誤りを含む可能性があります。">
            <a:extLst>
              <a:ext uri="{FF2B5EF4-FFF2-40B4-BE49-F238E27FC236}">
                <a16:creationId xmlns:a16="http://schemas.microsoft.com/office/drawing/2014/main" id="{41A6D840-8982-E381-1EE5-B7DE14F50429}"/>
              </a:ext>
            </a:extLst>
          </p:cNvPr>
          <p:cNvPicPr>
            <a:picLocks noChangeAspect="1"/>
          </p:cNvPicPr>
          <p:nvPr/>
        </p:nvPicPr>
        <p:blipFill>
          <a:blip r:embed="rId5"/>
          <a:stretch>
            <a:fillRect/>
          </a:stretch>
        </p:blipFill>
        <p:spPr>
          <a:xfrm>
            <a:off x="2889931" y="4451117"/>
            <a:ext cx="1027770" cy="837762"/>
          </a:xfrm>
          <a:prstGeom prst="rect">
            <a:avLst/>
          </a:prstGeom>
        </p:spPr>
      </p:pic>
      <p:pic>
        <p:nvPicPr>
          <p:cNvPr id="25" name="図 24" descr="ダイアグラム&#10;&#10;AI 生成コンテンツは誤りを含む可能性があります。">
            <a:extLst>
              <a:ext uri="{FF2B5EF4-FFF2-40B4-BE49-F238E27FC236}">
                <a16:creationId xmlns:a16="http://schemas.microsoft.com/office/drawing/2014/main" id="{190F65B3-455B-B25B-B8C7-FFB17F2FA326}"/>
              </a:ext>
            </a:extLst>
          </p:cNvPr>
          <p:cNvPicPr>
            <a:picLocks noChangeAspect="1"/>
          </p:cNvPicPr>
          <p:nvPr/>
        </p:nvPicPr>
        <p:blipFill>
          <a:blip r:embed="rId5"/>
          <a:stretch>
            <a:fillRect/>
          </a:stretch>
        </p:blipFill>
        <p:spPr>
          <a:xfrm>
            <a:off x="9102086" y="4496504"/>
            <a:ext cx="966814" cy="788075"/>
          </a:xfrm>
          <a:prstGeom prst="rect">
            <a:avLst/>
          </a:prstGeom>
        </p:spPr>
      </p:pic>
      <p:sp>
        <p:nvSpPr>
          <p:cNvPr id="26" name="テキスト ボックス 25">
            <a:extLst>
              <a:ext uri="{FF2B5EF4-FFF2-40B4-BE49-F238E27FC236}">
                <a16:creationId xmlns:a16="http://schemas.microsoft.com/office/drawing/2014/main" id="{7BF89DDE-0A17-B250-9B93-97C9EDB2B521}"/>
              </a:ext>
            </a:extLst>
          </p:cNvPr>
          <p:cNvSpPr txBox="1"/>
          <p:nvPr/>
        </p:nvSpPr>
        <p:spPr>
          <a:xfrm>
            <a:off x="3942826" y="4546833"/>
            <a:ext cx="1340170" cy="646331"/>
          </a:xfrm>
          <a:prstGeom prst="rect">
            <a:avLst/>
          </a:prstGeom>
          <a:noFill/>
        </p:spPr>
        <p:txBody>
          <a:bodyPr wrap="square" rtlCol="0">
            <a:spAutoFit/>
          </a:bodyPr>
          <a:lstStyle/>
          <a:p>
            <a:r>
              <a:rPr kumimoji="1" lang="ja-JP" altLang="en-US"/>
              <a:t>測定基底</a:t>
            </a:r>
            <a:endParaRPr kumimoji="1" lang="en-US" altLang="ja-JP" dirty="0"/>
          </a:p>
          <a:p>
            <a:r>
              <a:rPr lang="ja-JP" altLang="en-US"/>
              <a:t>測定結果</a:t>
            </a:r>
            <a:endParaRPr kumimoji="1" lang="ja-JP" altLang="en-US"/>
          </a:p>
        </p:txBody>
      </p:sp>
      <p:sp>
        <p:nvSpPr>
          <p:cNvPr id="27" name="テキスト ボックス 26">
            <a:extLst>
              <a:ext uri="{FF2B5EF4-FFF2-40B4-BE49-F238E27FC236}">
                <a16:creationId xmlns:a16="http://schemas.microsoft.com/office/drawing/2014/main" id="{22D86FB8-BA90-D79C-A73F-58C3F31E91CA}"/>
              </a:ext>
            </a:extLst>
          </p:cNvPr>
          <p:cNvSpPr txBox="1"/>
          <p:nvPr/>
        </p:nvSpPr>
        <p:spPr>
          <a:xfrm>
            <a:off x="10236821" y="4517009"/>
            <a:ext cx="1340170" cy="646331"/>
          </a:xfrm>
          <a:prstGeom prst="rect">
            <a:avLst/>
          </a:prstGeom>
          <a:noFill/>
        </p:spPr>
        <p:txBody>
          <a:bodyPr wrap="square" rtlCol="0">
            <a:spAutoFit/>
          </a:bodyPr>
          <a:lstStyle/>
          <a:p>
            <a:r>
              <a:rPr kumimoji="1" lang="ja-JP" altLang="en-US"/>
              <a:t>測定基底</a:t>
            </a:r>
            <a:endParaRPr kumimoji="1" lang="en-US" altLang="ja-JP" dirty="0"/>
          </a:p>
          <a:p>
            <a:r>
              <a:rPr lang="ja-JP" altLang="en-US"/>
              <a:t>測定結果</a:t>
            </a:r>
            <a:endParaRPr kumimoji="1" lang="ja-JP" altLang="en-US"/>
          </a:p>
        </p:txBody>
      </p:sp>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F1D9FECD-A410-1038-9147-89E944DEE17F}"/>
                  </a:ext>
                </a:extLst>
              </p:cNvPr>
              <p:cNvSpPr txBox="1"/>
              <p:nvPr/>
            </p:nvSpPr>
            <p:spPr>
              <a:xfrm>
                <a:off x="9942724" y="5711030"/>
                <a:ext cx="1256113" cy="369332"/>
              </a:xfrm>
              <a:prstGeom prst="rect">
                <a:avLst/>
              </a:prstGeom>
              <a:noFill/>
            </p:spPr>
            <p:txBody>
              <a:bodyPr wrap="none" rtlCol="0">
                <a:spAutoFit/>
              </a:bodyPr>
              <a:lstStyle/>
              <a:p>
                <a14:m>
                  <m:oMath xmlns:m="http://schemas.openxmlformats.org/officeDocument/2006/math">
                    <m:r>
                      <a:rPr kumimoji="1" lang="en-US" altLang="ja-JP" b="0" i="1" smtClean="0">
                        <a:latin typeface="Cambria Math" panose="02040503050406030204" pitchFamily="18" charset="0"/>
                      </a:rPr>
                      <m:t>𝐴</m:t>
                    </m:r>
                  </m:oMath>
                </a14:m>
                <a:r>
                  <a:rPr kumimoji="1" lang="ja-JP" altLang="en-US"/>
                  <a:t>：物理量</a:t>
                </a:r>
              </a:p>
            </p:txBody>
          </p:sp>
        </mc:Choice>
        <mc:Fallback xmlns="">
          <p:sp>
            <p:nvSpPr>
              <p:cNvPr id="28" name="テキスト ボックス 27">
                <a:extLst>
                  <a:ext uri="{FF2B5EF4-FFF2-40B4-BE49-F238E27FC236}">
                    <a16:creationId xmlns:a16="http://schemas.microsoft.com/office/drawing/2014/main" id="{F1D9FECD-A410-1038-9147-89E944DEE17F}"/>
                  </a:ext>
                </a:extLst>
              </p:cNvPr>
              <p:cNvSpPr txBox="1">
                <a:spLocks noRot="1" noChangeAspect="1" noMove="1" noResize="1" noEditPoints="1" noAdjustHandles="1" noChangeArrowheads="1" noChangeShapeType="1" noTextEdit="1"/>
              </p:cNvSpPr>
              <p:nvPr/>
            </p:nvSpPr>
            <p:spPr>
              <a:xfrm>
                <a:off x="9942724" y="5711030"/>
                <a:ext cx="1256113" cy="369332"/>
              </a:xfrm>
              <a:prstGeom prst="rect">
                <a:avLst/>
              </a:prstGeom>
              <a:blipFill>
                <a:blip r:embed="rId6"/>
                <a:stretch>
                  <a:fillRect t="-6667" r="-4000" b="-2666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9" name="テキスト ボックス 28">
                <a:extLst>
                  <a:ext uri="{FF2B5EF4-FFF2-40B4-BE49-F238E27FC236}">
                    <a16:creationId xmlns:a16="http://schemas.microsoft.com/office/drawing/2014/main" id="{9488AF08-3CA4-13F4-8E55-38116F247ED5}"/>
                  </a:ext>
                </a:extLst>
              </p:cNvPr>
              <p:cNvSpPr txBox="1"/>
              <p:nvPr/>
            </p:nvSpPr>
            <p:spPr>
              <a:xfrm>
                <a:off x="3942826" y="5749677"/>
                <a:ext cx="1256113" cy="369332"/>
              </a:xfrm>
              <a:prstGeom prst="rect">
                <a:avLst/>
              </a:prstGeom>
              <a:noFill/>
            </p:spPr>
            <p:txBody>
              <a:bodyPr wrap="none" rtlCol="0">
                <a:spAutoFit/>
              </a:bodyPr>
              <a:lstStyle/>
              <a:p>
                <a14:m>
                  <m:oMath xmlns:m="http://schemas.openxmlformats.org/officeDocument/2006/math">
                    <m:r>
                      <a:rPr kumimoji="1" lang="en-US" altLang="ja-JP" b="0" i="1" smtClean="0">
                        <a:latin typeface="Cambria Math" panose="02040503050406030204" pitchFamily="18" charset="0"/>
                      </a:rPr>
                      <m:t>𝐴</m:t>
                    </m:r>
                  </m:oMath>
                </a14:m>
                <a:r>
                  <a:rPr kumimoji="1" lang="ja-JP" altLang="en-US"/>
                  <a:t>：物理量</a:t>
                </a:r>
              </a:p>
            </p:txBody>
          </p:sp>
        </mc:Choice>
        <mc:Fallback xmlns="">
          <p:sp>
            <p:nvSpPr>
              <p:cNvPr id="29" name="テキスト ボックス 28">
                <a:extLst>
                  <a:ext uri="{FF2B5EF4-FFF2-40B4-BE49-F238E27FC236}">
                    <a16:creationId xmlns:a16="http://schemas.microsoft.com/office/drawing/2014/main" id="{9488AF08-3CA4-13F4-8E55-38116F247ED5}"/>
                  </a:ext>
                </a:extLst>
              </p:cNvPr>
              <p:cNvSpPr txBox="1">
                <a:spLocks noRot="1" noChangeAspect="1" noMove="1" noResize="1" noEditPoints="1" noAdjustHandles="1" noChangeArrowheads="1" noChangeShapeType="1" noTextEdit="1"/>
              </p:cNvSpPr>
              <p:nvPr/>
            </p:nvSpPr>
            <p:spPr>
              <a:xfrm>
                <a:off x="3942826" y="5749677"/>
                <a:ext cx="1256113" cy="369332"/>
              </a:xfrm>
              <a:prstGeom prst="rect">
                <a:avLst/>
              </a:prstGeom>
              <a:blipFill>
                <a:blip r:embed="rId7"/>
                <a:stretch>
                  <a:fillRect t="-6667" r="-3000" b="-26667"/>
                </a:stretch>
              </a:blipFill>
            </p:spPr>
            <p:txBody>
              <a:bodyPr/>
              <a:lstStyle/>
              <a:p>
                <a:r>
                  <a:rPr lang="ja-JP" altLang="en-US">
                    <a:noFill/>
                  </a:rPr>
                  <a:t> </a:t>
                </a:r>
              </a:p>
            </p:txBody>
          </p:sp>
        </mc:Fallback>
      </mc:AlternateContent>
      <p:cxnSp>
        <p:nvCxnSpPr>
          <p:cNvPr id="30" name="直線矢印コネクタ 29">
            <a:extLst>
              <a:ext uri="{FF2B5EF4-FFF2-40B4-BE49-F238E27FC236}">
                <a16:creationId xmlns:a16="http://schemas.microsoft.com/office/drawing/2014/main" id="{95A81B58-592E-BCD5-7A1F-576E2F907FB3}"/>
              </a:ext>
            </a:extLst>
          </p:cNvPr>
          <p:cNvCxnSpPr>
            <a:cxnSpLocks/>
          </p:cNvCxnSpPr>
          <p:nvPr/>
        </p:nvCxnSpPr>
        <p:spPr>
          <a:xfrm>
            <a:off x="2178765" y="4869998"/>
            <a:ext cx="631547" cy="0"/>
          </a:xfrm>
          <a:prstGeom prst="straightConnector1">
            <a:avLst/>
          </a:prstGeom>
          <a:ln w="28575">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32" name="直線矢印コネクタ 31">
            <a:extLst>
              <a:ext uri="{FF2B5EF4-FFF2-40B4-BE49-F238E27FC236}">
                <a16:creationId xmlns:a16="http://schemas.microsoft.com/office/drawing/2014/main" id="{71477D0B-C3F7-DC55-8CB2-BD6DE43EA63C}"/>
              </a:ext>
            </a:extLst>
          </p:cNvPr>
          <p:cNvCxnSpPr>
            <a:cxnSpLocks/>
          </p:cNvCxnSpPr>
          <p:nvPr/>
        </p:nvCxnSpPr>
        <p:spPr>
          <a:xfrm flipH="1">
            <a:off x="2464656" y="5234211"/>
            <a:ext cx="1453045" cy="441360"/>
          </a:xfrm>
          <a:prstGeom prst="straightConnector1">
            <a:avLst/>
          </a:prstGeom>
          <a:ln w="28575">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35" name="直線矢印コネクタ 34">
            <a:extLst>
              <a:ext uri="{FF2B5EF4-FFF2-40B4-BE49-F238E27FC236}">
                <a16:creationId xmlns:a16="http://schemas.microsoft.com/office/drawing/2014/main" id="{BE4D56BC-5450-C080-22D6-1FB4E3F84ECF}"/>
              </a:ext>
            </a:extLst>
          </p:cNvPr>
          <p:cNvCxnSpPr>
            <a:cxnSpLocks/>
          </p:cNvCxnSpPr>
          <p:nvPr/>
        </p:nvCxnSpPr>
        <p:spPr>
          <a:xfrm>
            <a:off x="2586708" y="5934343"/>
            <a:ext cx="1146393" cy="22725"/>
          </a:xfrm>
          <a:prstGeom prst="straightConnector1">
            <a:avLst/>
          </a:prstGeom>
          <a:ln w="28575">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37" name="直線矢印コネクタ 36">
            <a:extLst>
              <a:ext uri="{FF2B5EF4-FFF2-40B4-BE49-F238E27FC236}">
                <a16:creationId xmlns:a16="http://schemas.microsoft.com/office/drawing/2014/main" id="{6A4FA0AF-69AF-2C63-8A66-06DE95BFBFC7}"/>
              </a:ext>
            </a:extLst>
          </p:cNvPr>
          <p:cNvCxnSpPr>
            <a:cxnSpLocks/>
          </p:cNvCxnSpPr>
          <p:nvPr/>
        </p:nvCxnSpPr>
        <p:spPr>
          <a:xfrm>
            <a:off x="8646654" y="5905078"/>
            <a:ext cx="1146393" cy="22725"/>
          </a:xfrm>
          <a:prstGeom prst="straightConnector1">
            <a:avLst/>
          </a:prstGeom>
          <a:ln w="28575">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38" name="直線矢印コネクタ 37">
            <a:extLst>
              <a:ext uri="{FF2B5EF4-FFF2-40B4-BE49-F238E27FC236}">
                <a16:creationId xmlns:a16="http://schemas.microsoft.com/office/drawing/2014/main" id="{D4F63222-DFD2-AB96-9BC0-F48D6A76788A}"/>
              </a:ext>
            </a:extLst>
          </p:cNvPr>
          <p:cNvCxnSpPr>
            <a:cxnSpLocks/>
          </p:cNvCxnSpPr>
          <p:nvPr/>
        </p:nvCxnSpPr>
        <p:spPr>
          <a:xfrm flipH="1">
            <a:off x="8458921" y="5207544"/>
            <a:ext cx="1453045" cy="441360"/>
          </a:xfrm>
          <a:prstGeom prst="straightConnector1">
            <a:avLst/>
          </a:prstGeom>
          <a:ln w="28575">
            <a:prstDash val="sysDash"/>
            <a:headEnd type="none" w="med" len="med"/>
            <a:tailEnd type="arrow" w="med" len="med"/>
          </a:ln>
        </p:spPr>
        <p:style>
          <a:lnRef idx="2">
            <a:schemeClr val="dk1"/>
          </a:lnRef>
          <a:fillRef idx="0">
            <a:schemeClr val="dk1"/>
          </a:fillRef>
          <a:effectRef idx="1">
            <a:schemeClr val="dk1"/>
          </a:effectRef>
          <a:fontRef idx="minor">
            <a:schemeClr val="tx1"/>
          </a:fontRef>
        </p:style>
      </p:cxnSp>
      <p:sp>
        <p:nvSpPr>
          <p:cNvPr id="39" name="乗算記号 38">
            <a:extLst>
              <a:ext uri="{FF2B5EF4-FFF2-40B4-BE49-F238E27FC236}">
                <a16:creationId xmlns:a16="http://schemas.microsoft.com/office/drawing/2014/main" id="{0260D9BE-27A0-F0E7-7136-01A22E7BFFF0}"/>
              </a:ext>
            </a:extLst>
          </p:cNvPr>
          <p:cNvSpPr/>
          <p:nvPr/>
        </p:nvSpPr>
        <p:spPr>
          <a:xfrm>
            <a:off x="8697300" y="5019943"/>
            <a:ext cx="914400" cy="914400"/>
          </a:xfrm>
          <a:prstGeom prst="mathMultiply">
            <a:avLst>
              <a:gd name="adj1" fmla="val 7006"/>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40" name="直線矢印コネクタ 39">
            <a:extLst>
              <a:ext uri="{FF2B5EF4-FFF2-40B4-BE49-F238E27FC236}">
                <a16:creationId xmlns:a16="http://schemas.microsoft.com/office/drawing/2014/main" id="{9A8818AF-47C1-E3F4-CEE0-E0836B3E3F16}"/>
              </a:ext>
            </a:extLst>
          </p:cNvPr>
          <p:cNvCxnSpPr>
            <a:cxnSpLocks/>
          </p:cNvCxnSpPr>
          <p:nvPr/>
        </p:nvCxnSpPr>
        <p:spPr>
          <a:xfrm>
            <a:off x="8369155" y="4875779"/>
            <a:ext cx="631547" cy="0"/>
          </a:xfrm>
          <a:prstGeom prst="straightConnector1">
            <a:avLst/>
          </a:prstGeom>
          <a:ln w="28575">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42" name="直線矢印コネクタ 41">
            <a:extLst>
              <a:ext uri="{FF2B5EF4-FFF2-40B4-BE49-F238E27FC236}">
                <a16:creationId xmlns:a16="http://schemas.microsoft.com/office/drawing/2014/main" id="{97F5BC5D-CF53-E948-2B5F-AEEB52272279}"/>
              </a:ext>
            </a:extLst>
          </p:cNvPr>
          <p:cNvCxnSpPr>
            <a:cxnSpLocks/>
          </p:cNvCxnSpPr>
          <p:nvPr/>
        </p:nvCxnSpPr>
        <p:spPr>
          <a:xfrm>
            <a:off x="10701633" y="5270975"/>
            <a:ext cx="0" cy="377929"/>
          </a:xfrm>
          <a:prstGeom prst="straightConnector1">
            <a:avLst/>
          </a:prstGeom>
          <a:ln w="28575">
            <a:headEnd type="none" w="med" len="med"/>
            <a:tailEnd type="arrow" w="med" len="med"/>
          </a:ln>
        </p:spPr>
        <p:style>
          <a:lnRef idx="2">
            <a:schemeClr val="dk1"/>
          </a:lnRef>
          <a:fillRef idx="0">
            <a:schemeClr val="dk1"/>
          </a:fillRef>
          <a:effectRef idx="1">
            <a:schemeClr val="dk1"/>
          </a:effectRef>
          <a:fontRef idx="minor">
            <a:schemeClr val="tx1"/>
          </a:fontRef>
        </p:style>
      </p:cxnSp>
      <p:sp>
        <p:nvSpPr>
          <p:cNvPr id="44" name="正方形/長方形 43">
            <a:extLst>
              <a:ext uri="{FF2B5EF4-FFF2-40B4-BE49-F238E27FC236}">
                <a16:creationId xmlns:a16="http://schemas.microsoft.com/office/drawing/2014/main" id="{21C3780E-4CD6-9833-891B-674C96EDBAFB}"/>
              </a:ext>
            </a:extLst>
          </p:cNvPr>
          <p:cNvSpPr/>
          <p:nvPr/>
        </p:nvSpPr>
        <p:spPr>
          <a:xfrm>
            <a:off x="10236821" y="0"/>
            <a:ext cx="1955179" cy="433137"/>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ja-JP" dirty="0"/>
              <a:t>Introduction</a:t>
            </a:r>
            <a:endParaRPr kumimoji="1" lang="ja-JP" altLang="en-US"/>
          </a:p>
        </p:txBody>
      </p:sp>
    </p:spTree>
    <p:extLst>
      <p:ext uri="{BB962C8B-B14F-4D97-AF65-F5344CB8AC3E}">
        <p14:creationId xmlns:p14="http://schemas.microsoft.com/office/powerpoint/2010/main" val="13960058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B5F4B6-9564-468F-262F-DC1A89C794F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8A5FB7F-0D6A-E57C-B11D-D0C3532F8F4D}"/>
              </a:ext>
            </a:extLst>
          </p:cNvPr>
          <p:cNvSpPr>
            <a:spLocks noGrp="1"/>
          </p:cNvSpPr>
          <p:nvPr>
            <p:ph type="title"/>
          </p:nvPr>
        </p:nvSpPr>
        <p:spPr>
          <a:xfrm>
            <a:off x="0" y="-53465"/>
            <a:ext cx="11028947" cy="1196465"/>
          </a:xfrm>
        </p:spPr>
        <p:txBody>
          <a:bodyPr>
            <a:normAutofit/>
          </a:bodyPr>
          <a:lstStyle/>
          <a:p>
            <a:r>
              <a:rPr kumimoji="1" lang="en-US" altLang="ja-JP" dirty="0">
                <a:latin typeface="Arial" panose="020B0604020202020204" pitchFamily="34" charset="0"/>
                <a:cs typeface="Arial" panose="020B0604020202020204" pitchFamily="34" charset="0"/>
              </a:rPr>
              <a:t>1.2 Classical Shadow Tomography (CST)</a:t>
            </a:r>
            <a:endParaRPr kumimoji="1" lang="ja-JP" altLang="en-US">
              <a:latin typeface="Arial" panose="020B0604020202020204" pitchFamily="34" charset="0"/>
              <a:cs typeface="Arial" panose="020B0604020202020204" pitchFamily="34" charset="0"/>
            </a:endParaRPr>
          </a:p>
        </p:txBody>
      </p:sp>
      <p:pic>
        <p:nvPicPr>
          <p:cNvPr id="7" name="コンテンツ プレースホルダー 6" descr="ダイアグラム&#10;&#10;AI 生成コンテンツは誤りを含む可能性があります。">
            <a:extLst>
              <a:ext uri="{FF2B5EF4-FFF2-40B4-BE49-F238E27FC236}">
                <a16:creationId xmlns:a16="http://schemas.microsoft.com/office/drawing/2014/main" id="{C5D5EACB-BD92-639E-B4F4-5BF834EDA175}"/>
              </a:ext>
            </a:extLst>
          </p:cNvPr>
          <p:cNvPicPr>
            <a:picLocks noGrp="1" noChangeAspect="1"/>
          </p:cNvPicPr>
          <p:nvPr>
            <p:ph idx="1"/>
          </p:nvPr>
        </p:nvPicPr>
        <p:blipFill>
          <a:blip r:embed="rId2"/>
          <a:srcRect b="5080"/>
          <a:stretch>
            <a:fillRect/>
          </a:stretch>
        </p:blipFill>
        <p:spPr>
          <a:xfrm>
            <a:off x="1132813" y="829235"/>
            <a:ext cx="10515600" cy="3032345"/>
          </a:xfrm>
        </p:spPr>
      </p:pic>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5270A104-3ABF-CA43-3287-C93E32DC4A5E}"/>
                  </a:ext>
                </a:extLst>
              </p:cNvPr>
              <p:cNvSpPr txBox="1"/>
              <p:nvPr/>
            </p:nvSpPr>
            <p:spPr>
              <a:xfrm>
                <a:off x="595389" y="4510121"/>
                <a:ext cx="3829828" cy="1477328"/>
              </a:xfrm>
              <a:prstGeom prst="rect">
                <a:avLst/>
              </a:prstGeom>
              <a:noFill/>
            </p:spPr>
            <p:txBody>
              <a:bodyPr wrap="square" rtlCol="0">
                <a:spAutoFit/>
              </a:bodyPr>
              <a:lstStyle/>
              <a:p>
                <a:r>
                  <a:rPr kumimoji="1" lang="ja-JP" altLang="en-US"/>
                  <a:t>量子状態をランダムなユニタリ演算子で変換し測定を行う</a:t>
                </a:r>
                <a:endParaRPr lang="en-US" altLang="ja-JP" i="1" dirty="0">
                  <a:latin typeface="Cambria Math" panose="02040503050406030204" pitchFamily="18" charset="0"/>
                </a:endParaRPr>
              </a:p>
              <a:p>
                <a:endParaRPr lang="en-US" altLang="ja-JP" i="1" dirty="0">
                  <a:latin typeface="Cambria Math" panose="02040503050406030204" pitchFamily="18" charset="0"/>
                </a:endParaRPr>
              </a:p>
              <a:p>
                <a14:m>
                  <m:oMath xmlns:m="http://schemas.openxmlformats.org/officeDocument/2006/math">
                    <m:sSub>
                      <m:sSubPr>
                        <m:ctrlPr>
                          <a:rPr lang="en-US" altLang="ja-JP" i="1">
                            <a:latin typeface="Cambria Math" panose="02040503050406030204" pitchFamily="18" charset="0"/>
                          </a:rPr>
                        </m:ctrlPr>
                      </m:sSubPr>
                      <m:e>
                        <m:r>
                          <a:rPr lang="en-US" altLang="ja-JP" i="1">
                            <a:latin typeface="Cambria Math" panose="02040503050406030204" pitchFamily="18" charset="0"/>
                          </a:rPr>
                          <m:t>𝑈</m:t>
                        </m:r>
                      </m:e>
                      <m:sub>
                        <m:r>
                          <a:rPr lang="en-US" altLang="ja-JP" i="1">
                            <a:latin typeface="Cambria Math" panose="02040503050406030204" pitchFamily="18" charset="0"/>
                          </a:rPr>
                          <m:t>𝑖</m:t>
                        </m:r>
                      </m:sub>
                    </m:sSub>
                    <m:r>
                      <a:rPr lang="en-US" altLang="ja-JP" i="1">
                        <a:latin typeface="Cambria Math" panose="02040503050406030204" pitchFamily="18" charset="0"/>
                        <a:ea typeface="Cambria Math" panose="02040503050406030204" pitchFamily="18" charset="0"/>
                      </a:rPr>
                      <m:t>∈</m:t>
                    </m:r>
                    <m:r>
                      <a:rPr lang="ja-JP" altLang="en-US" i="1">
                        <a:latin typeface="Cambria Math" panose="02040503050406030204" pitchFamily="18" charset="0"/>
                      </a:rPr>
                      <m:t>𝒰</m:t>
                    </m:r>
                  </m:oMath>
                </a14:m>
                <a:r>
                  <a:rPr lang="en-US" altLang="ja-JP" dirty="0"/>
                  <a:t>.</a:t>
                </a:r>
              </a:p>
              <a:p>
                <a:endParaRPr kumimoji="1" lang="ja-JP" altLang="en-US"/>
              </a:p>
            </p:txBody>
          </p:sp>
        </mc:Choice>
        <mc:Fallback xmlns="">
          <p:sp>
            <p:nvSpPr>
              <p:cNvPr id="8" name="テキスト ボックス 7">
                <a:extLst>
                  <a:ext uri="{FF2B5EF4-FFF2-40B4-BE49-F238E27FC236}">
                    <a16:creationId xmlns:a16="http://schemas.microsoft.com/office/drawing/2014/main" id="{5270A104-3ABF-CA43-3287-C93E32DC4A5E}"/>
                  </a:ext>
                </a:extLst>
              </p:cNvPr>
              <p:cNvSpPr txBox="1">
                <a:spLocks noRot="1" noChangeAspect="1" noMove="1" noResize="1" noEditPoints="1" noAdjustHandles="1" noChangeArrowheads="1" noChangeShapeType="1" noTextEdit="1"/>
              </p:cNvSpPr>
              <p:nvPr/>
            </p:nvSpPr>
            <p:spPr>
              <a:xfrm>
                <a:off x="595389" y="4510121"/>
                <a:ext cx="3829828" cy="1477328"/>
              </a:xfrm>
              <a:prstGeom prst="rect">
                <a:avLst/>
              </a:prstGeom>
              <a:blipFill>
                <a:blip r:embed="rId3"/>
                <a:stretch>
                  <a:fillRect l="-1656" t="-2564"/>
                </a:stretch>
              </a:blipFill>
            </p:spPr>
            <p:txBody>
              <a:bodyPr/>
              <a:lstStyle/>
              <a:p>
                <a:r>
                  <a:rPr lang="ja-JP" altLang="en-US">
                    <a:noFill/>
                  </a:rPr>
                  <a:t> </a:t>
                </a:r>
              </a:p>
            </p:txBody>
          </p:sp>
        </mc:Fallback>
      </mc:AlternateContent>
      <p:pic>
        <p:nvPicPr>
          <p:cNvPr id="10" name="図 9" descr="テキスト&#10;&#10;AI 生成コンテンツは誤りを含む可能性があります。">
            <a:extLst>
              <a:ext uri="{FF2B5EF4-FFF2-40B4-BE49-F238E27FC236}">
                <a16:creationId xmlns:a16="http://schemas.microsoft.com/office/drawing/2014/main" id="{B701BB1D-D8E4-12BA-122B-139976921BCE}"/>
              </a:ext>
            </a:extLst>
          </p:cNvPr>
          <p:cNvPicPr>
            <a:picLocks noChangeAspect="1"/>
          </p:cNvPicPr>
          <p:nvPr/>
        </p:nvPicPr>
        <p:blipFill>
          <a:blip r:embed="rId4"/>
          <a:srcRect l="2431" t="8113" b="10086"/>
          <a:stretch>
            <a:fillRect/>
          </a:stretch>
        </p:blipFill>
        <p:spPr>
          <a:xfrm>
            <a:off x="417906" y="5701021"/>
            <a:ext cx="4817180" cy="992248"/>
          </a:xfrm>
          <a:prstGeom prst="rect">
            <a:avLst/>
          </a:prstGeom>
        </p:spPr>
      </p:pic>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AB8CCDC5-613E-31A9-B854-684D74FC3CB9}"/>
                  </a:ext>
                </a:extLst>
              </p:cNvPr>
              <p:cNvSpPr txBox="1"/>
              <p:nvPr/>
            </p:nvSpPr>
            <p:spPr>
              <a:xfrm>
                <a:off x="595389" y="4186337"/>
                <a:ext cx="3936214" cy="369332"/>
              </a:xfrm>
              <a:prstGeom prst="rect">
                <a:avLst/>
              </a:prstGeom>
              <a:noFill/>
            </p:spPr>
            <p:txBody>
              <a:bodyPr wrap="square">
                <a:spAutoFit/>
              </a:bodyPr>
              <a:lstStyle/>
              <a:p>
                <a:r>
                  <a:rPr kumimoji="1" lang="ja-JP" altLang="en-US"/>
                  <a:t>ユニタリ演算子のアンサンブル</a:t>
                </a:r>
                <a:r>
                  <a:rPr kumimoji="1" lang="en-US" altLang="ja-JP" dirty="0"/>
                  <a:t> </a:t>
                </a:r>
                <a14:m>
                  <m:oMath xmlns:m="http://schemas.openxmlformats.org/officeDocument/2006/math">
                    <m:r>
                      <a:rPr kumimoji="1" lang="ja-JP" altLang="en-US" i="1" smtClean="0">
                        <a:latin typeface="Cambria Math" panose="02040503050406030204" pitchFamily="18" charset="0"/>
                      </a:rPr>
                      <m:t>𝒰</m:t>
                    </m:r>
                  </m:oMath>
                </a14:m>
                <a:endParaRPr kumimoji="1" lang="en-US" altLang="ja-JP" dirty="0"/>
              </a:p>
            </p:txBody>
          </p:sp>
        </mc:Choice>
        <mc:Fallback xmlns="">
          <p:sp>
            <p:nvSpPr>
              <p:cNvPr id="12" name="テキスト ボックス 11">
                <a:extLst>
                  <a:ext uri="{FF2B5EF4-FFF2-40B4-BE49-F238E27FC236}">
                    <a16:creationId xmlns:a16="http://schemas.microsoft.com/office/drawing/2014/main" id="{AB8CCDC5-613E-31A9-B854-684D74FC3CB9}"/>
                  </a:ext>
                </a:extLst>
              </p:cNvPr>
              <p:cNvSpPr txBox="1">
                <a:spLocks noRot="1" noChangeAspect="1" noMove="1" noResize="1" noEditPoints="1" noAdjustHandles="1" noChangeArrowheads="1" noChangeShapeType="1" noTextEdit="1"/>
              </p:cNvSpPr>
              <p:nvPr/>
            </p:nvSpPr>
            <p:spPr>
              <a:xfrm>
                <a:off x="595389" y="4186337"/>
                <a:ext cx="3936214" cy="369332"/>
              </a:xfrm>
              <a:prstGeom prst="rect">
                <a:avLst/>
              </a:prstGeom>
              <a:blipFill>
                <a:blip r:embed="rId5"/>
                <a:stretch>
                  <a:fillRect l="-1613" t="-6667" b="-26667"/>
                </a:stretch>
              </a:blipFill>
            </p:spPr>
            <p:txBody>
              <a:bodyPr/>
              <a:lstStyle/>
              <a:p>
                <a:r>
                  <a:rPr lang="ja-JP" altLang="en-US">
                    <a:noFill/>
                  </a:rPr>
                  <a:t> </a:t>
                </a:r>
              </a:p>
            </p:txBody>
          </p:sp>
        </mc:Fallback>
      </mc:AlternateContent>
      <p:sp>
        <p:nvSpPr>
          <p:cNvPr id="13" name="テキスト ボックス 12">
            <a:extLst>
              <a:ext uri="{FF2B5EF4-FFF2-40B4-BE49-F238E27FC236}">
                <a16:creationId xmlns:a16="http://schemas.microsoft.com/office/drawing/2014/main" id="{3DB3EA1E-B4FB-CFF6-AEF0-1AFDB7A6041A}"/>
              </a:ext>
            </a:extLst>
          </p:cNvPr>
          <p:cNvSpPr txBox="1"/>
          <p:nvPr/>
        </p:nvSpPr>
        <p:spPr>
          <a:xfrm>
            <a:off x="4586388" y="4205823"/>
            <a:ext cx="3317224" cy="1200329"/>
          </a:xfrm>
          <a:prstGeom prst="rect">
            <a:avLst/>
          </a:prstGeom>
          <a:noFill/>
        </p:spPr>
        <p:txBody>
          <a:bodyPr wrap="square">
            <a:spAutoFit/>
          </a:bodyPr>
          <a:lstStyle/>
          <a:p>
            <a:r>
              <a:rPr kumimoji="1" lang="ja-JP" altLang="en-US"/>
              <a:t>得られた</a:t>
            </a:r>
            <a:r>
              <a:rPr kumimoji="1" lang="en-US" altLang="ja-JP" dirty="0"/>
              <a:t>Classical Shadow</a:t>
            </a:r>
            <a:r>
              <a:rPr kumimoji="1" lang="ja-JP" altLang="en-US"/>
              <a:t>を</a:t>
            </a:r>
            <a:r>
              <a:rPr kumimoji="1" lang="en-US" altLang="ja-JP" dirty="0"/>
              <a:t>K</a:t>
            </a:r>
            <a:r>
              <a:rPr kumimoji="1" lang="ja-JP" altLang="en-US"/>
              <a:t>個ずつのグループ</a:t>
            </a:r>
            <a:r>
              <a:rPr kumimoji="1" lang="en-US" altLang="ja-JP" dirty="0"/>
              <a:t>L</a:t>
            </a:r>
            <a:r>
              <a:rPr lang="ja-JP" altLang="en-US"/>
              <a:t>個</a:t>
            </a:r>
            <a:r>
              <a:rPr kumimoji="1" lang="ja-JP" altLang="en-US"/>
              <a:t>に分割し、それぞれ平均値を取ることで密度行列の推定値を得る</a:t>
            </a:r>
            <a:endParaRPr kumimoji="1" lang="en-US" altLang="ja-JP" dirty="0"/>
          </a:p>
        </p:txBody>
      </p:sp>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7FB5CD16-ED6E-AFA6-8894-8BB8A0CB9A40}"/>
                  </a:ext>
                </a:extLst>
              </p:cNvPr>
              <p:cNvSpPr txBox="1"/>
              <p:nvPr/>
            </p:nvSpPr>
            <p:spPr>
              <a:xfrm>
                <a:off x="5235086" y="5489835"/>
                <a:ext cx="1775935" cy="7073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kumimoji="1" lang="ja-JP" altLang="en-US" i="1" smtClean="0">
                              <a:latin typeface="Cambria Math" panose="02040503050406030204" pitchFamily="18" charset="0"/>
                            </a:rPr>
                          </m:ctrlPr>
                        </m:accPr>
                        <m:e>
                          <m:sSub>
                            <m:sSubPr>
                              <m:ctrlPr>
                                <a:rPr kumimoji="1" lang="en-US" altLang="ja-JP" b="0" i="1" smtClean="0">
                                  <a:latin typeface="Cambria Math" panose="02040503050406030204" pitchFamily="18" charset="0"/>
                                </a:rPr>
                              </m:ctrlPr>
                            </m:sSubPr>
                            <m:e>
                              <m:r>
                                <a:rPr kumimoji="1" lang="ja-JP" altLang="en-US" i="1" smtClean="0">
                                  <a:latin typeface="Cambria Math" panose="02040503050406030204" pitchFamily="18" charset="0"/>
                                </a:rPr>
                                <m:t>𝜌</m:t>
                              </m:r>
                            </m:e>
                            <m:sub>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𝑙</m:t>
                              </m:r>
                              <m:r>
                                <a:rPr kumimoji="1" lang="en-US" altLang="ja-JP" b="0" i="1" smtClean="0">
                                  <a:latin typeface="Cambria Math" panose="02040503050406030204" pitchFamily="18" charset="0"/>
                                </a:rPr>
                                <m:t>)</m:t>
                              </m:r>
                            </m:sub>
                          </m:sSub>
                        </m:e>
                      </m:acc>
                      <m:r>
                        <a:rPr kumimoji="1" lang="en-US" altLang="ja-JP" b="0" i="1" smtClean="0">
                          <a:latin typeface="Cambria Math" panose="02040503050406030204" pitchFamily="18" charset="0"/>
                        </a:rPr>
                        <m:t>=1/</m:t>
                      </m:r>
                      <m:r>
                        <a:rPr kumimoji="1" lang="en-US" altLang="ja-JP" b="0" i="1" smtClean="0">
                          <a:latin typeface="Cambria Math" panose="02040503050406030204" pitchFamily="18" charset="0"/>
                        </a:rPr>
                        <m:t>𝐿</m:t>
                      </m:r>
                      <m:nary>
                        <m:naryPr>
                          <m:chr m:val="∑"/>
                          <m:supHide m:val="on"/>
                          <m:ctrlPr>
                            <a:rPr kumimoji="1" lang="en-US" altLang="ja-JP" b="0" i="1" smtClean="0">
                              <a:latin typeface="Cambria Math" panose="02040503050406030204" pitchFamily="18" charset="0"/>
                            </a:rPr>
                          </m:ctrlPr>
                        </m:naryPr>
                        <m:sub>
                          <m:r>
                            <m:rPr>
                              <m:brk m:alnAt="7"/>
                            </m:rPr>
                            <a:rPr kumimoji="1" lang="en-US" altLang="ja-JP" b="0" i="1" smtClean="0">
                              <a:latin typeface="Cambria Math" panose="02040503050406030204" pitchFamily="18" charset="0"/>
                            </a:rPr>
                            <m:t>𝑘</m:t>
                          </m:r>
                          <m:r>
                            <a:rPr kumimoji="1" lang="en-US" altLang="ja-JP" b="0" i="1" smtClean="0">
                              <a:latin typeface="Cambria Math" panose="02040503050406030204" pitchFamily="18" charset="0"/>
                              <a:ea typeface="Cambria Math" panose="02040503050406030204" pitchFamily="18" charset="0"/>
                            </a:rPr>
                            <m:t>∈</m:t>
                          </m:r>
                          <m:sSub>
                            <m:sSubPr>
                              <m:ctrlPr>
                                <a:rPr kumimoji="1" lang="en-US" altLang="ja-JP" b="0" i="1" smtClean="0">
                                  <a:latin typeface="Cambria Math" panose="02040503050406030204" pitchFamily="18" charset="0"/>
                                  <a:ea typeface="Cambria Math" panose="02040503050406030204" pitchFamily="18" charset="0"/>
                                </a:rPr>
                              </m:ctrlPr>
                            </m:sSubPr>
                            <m:e>
                              <m:r>
                                <m:rPr>
                                  <m:brk m:alnAt="7"/>
                                </m:rPr>
                                <a:rPr kumimoji="1" lang="en-US" altLang="ja-JP" b="0" i="1" smtClean="0">
                                  <a:latin typeface="Cambria Math" panose="02040503050406030204" pitchFamily="18" charset="0"/>
                                  <a:ea typeface="Cambria Math" panose="02040503050406030204" pitchFamily="18" charset="0"/>
                                </a:rPr>
                                <m:t>𝐴</m:t>
                              </m:r>
                            </m:e>
                            <m:sub>
                              <m:r>
                                <a:rPr kumimoji="1" lang="en-US" altLang="ja-JP" b="0" i="1" smtClean="0">
                                  <a:latin typeface="Cambria Math" panose="02040503050406030204" pitchFamily="18" charset="0"/>
                                  <a:ea typeface="Cambria Math" panose="02040503050406030204" pitchFamily="18" charset="0"/>
                                </a:rPr>
                                <m:t>𝑙</m:t>
                              </m:r>
                            </m:sub>
                          </m:sSub>
                        </m:sub>
                        <m:sup/>
                        <m:e>
                          <m:acc>
                            <m:accPr>
                              <m:chr m:val="̂"/>
                              <m:ctrlPr>
                                <a:rPr lang="en-US" altLang="ja-JP" i="1">
                                  <a:latin typeface="Cambria Math" panose="02040503050406030204" pitchFamily="18" charset="0"/>
                                </a:rPr>
                              </m:ctrlPr>
                            </m:accPr>
                            <m:e>
                              <m:sSub>
                                <m:sSubPr>
                                  <m:ctrlPr>
                                    <a:rPr lang="en-US" altLang="ja-JP" i="1">
                                      <a:latin typeface="Cambria Math" panose="02040503050406030204" pitchFamily="18" charset="0"/>
                                      <a:ea typeface="Cambria Math" panose="02040503050406030204" pitchFamily="18" charset="0"/>
                                    </a:rPr>
                                  </m:ctrlPr>
                                </m:sSubPr>
                                <m:e>
                                  <m:r>
                                    <a:rPr lang="en-US" altLang="ja-JP" i="1">
                                      <a:latin typeface="Cambria Math" panose="02040503050406030204" pitchFamily="18" charset="0"/>
                                      <a:ea typeface="Cambria Math" panose="02040503050406030204" pitchFamily="18" charset="0"/>
                                    </a:rPr>
                                    <m:t>𝜌</m:t>
                                  </m:r>
                                </m:e>
                                <m:sub>
                                  <m:r>
                                    <a:rPr lang="en-US" altLang="ja-JP" b="0" i="1" smtClean="0">
                                      <a:latin typeface="Cambria Math" panose="02040503050406030204" pitchFamily="18" charset="0"/>
                                      <a:ea typeface="Cambria Math" panose="02040503050406030204" pitchFamily="18" charset="0"/>
                                    </a:rPr>
                                    <m:t>𝑘</m:t>
                                  </m:r>
                                </m:sub>
                              </m:sSub>
                            </m:e>
                          </m:acc>
                        </m:e>
                      </m:nary>
                    </m:oMath>
                  </m:oMathPara>
                </a14:m>
                <a:endParaRPr kumimoji="1" lang="ja-JP" altLang="en-US"/>
              </a:p>
            </p:txBody>
          </p:sp>
        </mc:Choice>
        <mc:Fallback xmlns="">
          <p:sp>
            <p:nvSpPr>
              <p:cNvPr id="14" name="テキスト ボックス 13">
                <a:extLst>
                  <a:ext uri="{FF2B5EF4-FFF2-40B4-BE49-F238E27FC236}">
                    <a16:creationId xmlns:a16="http://schemas.microsoft.com/office/drawing/2014/main" id="{7FB5CD16-ED6E-AFA6-8894-8BB8A0CB9A40}"/>
                  </a:ext>
                </a:extLst>
              </p:cNvPr>
              <p:cNvSpPr txBox="1">
                <a:spLocks noRot="1" noChangeAspect="1" noMove="1" noResize="1" noEditPoints="1" noAdjustHandles="1" noChangeArrowheads="1" noChangeShapeType="1" noTextEdit="1"/>
              </p:cNvSpPr>
              <p:nvPr/>
            </p:nvSpPr>
            <p:spPr>
              <a:xfrm>
                <a:off x="5235086" y="5489835"/>
                <a:ext cx="1775935" cy="707310"/>
              </a:xfrm>
              <a:prstGeom prst="rect">
                <a:avLst/>
              </a:prstGeom>
              <a:blipFill>
                <a:blip r:embed="rId6"/>
                <a:stretch>
                  <a:fillRect l="-2857" t="-136842" r="-12143" b="-18245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60DF1F83-51E5-1A6C-F3B8-BA4419D38A4C}"/>
                  </a:ext>
                </a:extLst>
              </p:cNvPr>
              <p:cNvSpPr txBox="1"/>
              <p:nvPr/>
            </p:nvSpPr>
            <p:spPr>
              <a:xfrm>
                <a:off x="8492836" y="5385721"/>
                <a:ext cx="2731949" cy="59407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kumimoji="1" lang="ja-JP" altLang="en-US" i="1" smtClean="0">
                              <a:latin typeface="Cambria Math" panose="02040503050406030204" pitchFamily="18" charset="0"/>
                            </a:rPr>
                          </m:ctrlPr>
                        </m:accPr>
                        <m:e>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𝑜</m:t>
                              </m:r>
                            </m:e>
                            <m:sub>
                              <m:r>
                                <a:rPr kumimoji="1" lang="en-US" altLang="ja-JP" b="0" i="1" smtClean="0">
                                  <a:latin typeface="Cambria Math" panose="02040503050406030204" pitchFamily="18" charset="0"/>
                                </a:rPr>
                                <m:t>𝑖</m:t>
                              </m:r>
                            </m:sub>
                          </m:sSub>
                        </m:e>
                      </m:acc>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𝑁</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𝐾</m:t>
                          </m:r>
                        </m:e>
                      </m:d>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𝑚𝑒𝑑𝑖𝑎𝑛</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𝑡𝑟</m:t>
                      </m:r>
                      <m:d>
                        <m:dPr>
                          <m:ctrlPr>
                            <a:rPr kumimoji="1" lang="en-US" altLang="ja-JP" b="0" i="1" smtClean="0">
                              <a:latin typeface="Cambria Math" panose="02040503050406030204" pitchFamily="18" charset="0"/>
                            </a:rPr>
                          </m:ctrlPr>
                        </m:dPr>
                        <m:e>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𝑂</m:t>
                              </m:r>
                            </m:e>
                            <m:sub>
                              <m:r>
                                <a:rPr kumimoji="1" lang="en-US" altLang="ja-JP" b="0" i="1" smtClean="0">
                                  <a:latin typeface="Cambria Math" panose="02040503050406030204" pitchFamily="18" charset="0"/>
                                </a:rPr>
                                <m:t>𝑖</m:t>
                              </m:r>
                            </m:sub>
                          </m:sSub>
                          <m:acc>
                            <m:accPr>
                              <m:chr m:val="̂"/>
                              <m:ctrlPr>
                                <a:rPr lang="ja-JP" altLang="en-US" i="1">
                                  <a:latin typeface="Cambria Math" panose="02040503050406030204" pitchFamily="18" charset="0"/>
                                </a:rPr>
                              </m:ctrlPr>
                            </m:accPr>
                            <m:e>
                              <m:sSub>
                                <m:sSubPr>
                                  <m:ctrlPr>
                                    <a:rPr lang="en-US" altLang="ja-JP" i="1">
                                      <a:latin typeface="Cambria Math" panose="02040503050406030204" pitchFamily="18" charset="0"/>
                                    </a:rPr>
                                  </m:ctrlPr>
                                </m:sSubPr>
                                <m:e>
                                  <m:r>
                                    <a:rPr lang="ja-JP" altLang="en-US" i="1">
                                      <a:latin typeface="Cambria Math" panose="02040503050406030204" pitchFamily="18" charset="0"/>
                                    </a:rPr>
                                    <m:t>𝜌</m:t>
                                  </m:r>
                                </m:e>
                                <m:sub>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1</m:t>
                                      </m:r>
                                    </m:e>
                                  </m:d>
                                </m:sub>
                              </m:sSub>
                            </m:e>
                          </m:acc>
                        </m:e>
                      </m:d>
                      <m:r>
                        <a:rPr lang="en-US" altLang="ja-JP" b="0" i="1" smtClean="0">
                          <a:latin typeface="Cambria Math" panose="02040503050406030204" pitchFamily="18" charset="0"/>
                        </a:rPr>
                        <m:t>,…,</m:t>
                      </m:r>
                      <m:r>
                        <a:rPr lang="en-US" altLang="ja-JP" i="1">
                          <a:latin typeface="Cambria Math" panose="02040503050406030204" pitchFamily="18" charset="0"/>
                        </a:rPr>
                        <m:t>𝑡𝑟</m:t>
                      </m:r>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𝑂</m:t>
                          </m:r>
                        </m:e>
                        <m:sub>
                          <m:r>
                            <a:rPr lang="en-US" altLang="ja-JP" i="1">
                              <a:latin typeface="Cambria Math" panose="02040503050406030204" pitchFamily="18" charset="0"/>
                            </a:rPr>
                            <m:t>𝑖</m:t>
                          </m:r>
                        </m:sub>
                      </m:sSub>
                      <m:acc>
                        <m:accPr>
                          <m:chr m:val="̂"/>
                          <m:ctrlPr>
                            <a:rPr lang="ja-JP" altLang="en-US" i="1">
                              <a:latin typeface="Cambria Math" panose="02040503050406030204" pitchFamily="18" charset="0"/>
                            </a:rPr>
                          </m:ctrlPr>
                        </m:accPr>
                        <m:e>
                          <m:sSub>
                            <m:sSubPr>
                              <m:ctrlPr>
                                <a:rPr lang="en-US" altLang="ja-JP" i="1">
                                  <a:latin typeface="Cambria Math" panose="02040503050406030204" pitchFamily="18" charset="0"/>
                                </a:rPr>
                              </m:ctrlPr>
                            </m:sSubPr>
                            <m:e>
                              <m:r>
                                <a:rPr lang="ja-JP" altLang="en-US" i="1">
                                  <a:latin typeface="Cambria Math" panose="02040503050406030204" pitchFamily="18" charset="0"/>
                                </a:rPr>
                                <m:t>𝜌</m:t>
                              </m:r>
                            </m:e>
                            <m:sub>
                              <m:r>
                                <a:rPr lang="en-US" altLang="ja-JP" i="1">
                                  <a:latin typeface="Cambria Math" panose="02040503050406030204" pitchFamily="18" charset="0"/>
                                </a:rPr>
                                <m:t>(</m:t>
                              </m:r>
                              <m:r>
                                <a:rPr lang="en-US" altLang="ja-JP" b="0" i="1" smtClean="0">
                                  <a:latin typeface="Cambria Math" panose="02040503050406030204" pitchFamily="18" charset="0"/>
                                </a:rPr>
                                <m:t>𝐿</m:t>
                              </m:r>
                              <m:r>
                                <a:rPr lang="en-US" altLang="ja-JP" i="1">
                                  <a:latin typeface="Cambria Math" panose="02040503050406030204" pitchFamily="18" charset="0"/>
                                </a:rPr>
                                <m:t>)</m:t>
                              </m:r>
                            </m:sub>
                          </m:sSub>
                        </m:e>
                      </m:acc>
                      <m:r>
                        <a:rPr lang="en-US" altLang="ja-JP" i="1">
                          <a:latin typeface="Cambria Math" panose="02040503050406030204" pitchFamily="18" charset="0"/>
                        </a:rPr>
                        <m:t>)</m:t>
                      </m:r>
                      <m:r>
                        <a:rPr kumimoji="1" lang="en-US" altLang="ja-JP" b="0" i="1" smtClean="0">
                          <a:latin typeface="Cambria Math" panose="02040503050406030204" pitchFamily="18" charset="0"/>
                        </a:rPr>
                        <m:t>}</m:t>
                      </m:r>
                    </m:oMath>
                  </m:oMathPara>
                </a14:m>
                <a:endParaRPr kumimoji="1" lang="ja-JP" altLang="en-US"/>
              </a:p>
            </p:txBody>
          </p:sp>
        </mc:Choice>
        <mc:Fallback xmlns="">
          <p:sp>
            <p:nvSpPr>
              <p:cNvPr id="17" name="テキスト ボックス 16">
                <a:extLst>
                  <a:ext uri="{FF2B5EF4-FFF2-40B4-BE49-F238E27FC236}">
                    <a16:creationId xmlns:a16="http://schemas.microsoft.com/office/drawing/2014/main" id="{60DF1F83-51E5-1A6C-F3B8-BA4419D38A4C}"/>
                  </a:ext>
                </a:extLst>
              </p:cNvPr>
              <p:cNvSpPr txBox="1">
                <a:spLocks noRot="1" noChangeAspect="1" noMove="1" noResize="1" noEditPoints="1" noAdjustHandles="1" noChangeArrowheads="1" noChangeShapeType="1" noTextEdit="1"/>
              </p:cNvSpPr>
              <p:nvPr/>
            </p:nvSpPr>
            <p:spPr>
              <a:xfrm>
                <a:off x="8492836" y="5385721"/>
                <a:ext cx="2731949" cy="594073"/>
              </a:xfrm>
              <a:prstGeom prst="rect">
                <a:avLst/>
              </a:prstGeom>
              <a:blipFill>
                <a:blip r:embed="rId7"/>
                <a:stretch>
                  <a:fillRect l="-2315" t="-6250" r="-33796" b="-1458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CC999182-1B39-DECD-B001-B1ACA5EF3BA3}"/>
                  </a:ext>
                </a:extLst>
              </p:cNvPr>
              <p:cNvSpPr txBox="1"/>
              <p:nvPr/>
            </p:nvSpPr>
            <p:spPr>
              <a:xfrm>
                <a:off x="8571966" y="4555669"/>
                <a:ext cx="3340892" cy="646331"/>
              </a:xfrm>
              <a:prstGeom prst="rect">
                <a:avLst/>
              </a:prstGeom>
              <a:noFill/>
            </p:spPr>
            <p:txBody>
              <a:bodyPr wrap="square">
                <a:spAutoFit/>
              </a:bodyPr>
              <a:lstStyle/>
              <a:p>
                <a:r>
                  <a:rPr kumimoji="1" lang="ja-JP" altLang="en-US"/>
                  <a:t>物理量</a:t>
                </a:r>
                <a14:m>
                  <m:oMath xmlns:m="http://schemas.openxmlformats.org/officeDocument/2006/math">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𝑂</m:t>
                        </m:r>
                      </m:e>
                      <m:sub>
                        <m:r>
                          <a:rPr kumimoji="1" lang="en-US" altLang="ja-JP" b="0" i="1" smtClean="0">
                            <a:latin typeface="Cambria Math" panose="02040503050406030204" pitchFamily="18" charset="0"/>
                          </a:rPr>
                          <m:t>1</m:t>
                        </m:r>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𝑂</m:t>
                        </m:r>
                      </m:e>
                      <m:sub>
                        <m:r>
                          <a:rPr kumimoji="1" lang="en-US" altLang="ja-JP" b="0" i="1" smtClean="0">
                            <a:latin typeface="Cambria Math" panose="02040503050406030204" pitchFamily="18" charset="0"/>
                          </a:rPr>
                          <m:t>2</m:t>
                        </m:r>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𝑂</m:t>
                        </m:r>
                      </m:e>
                      <m:sub>
                        <m:r>
                          <a:rPr kumimoji="1" lang="en-US" altLang="ja-JP" b="0" i="1" smtClean="0">
                            <a:latin typeface="Cambria Math" panose="02040503050406030204" pitchFamily="18" charset="0"/>
                          </a:rPr>
                          <m:t>𝑀</m:t>
                        </m:r>
                      </m:sub>
                    </m:sSub>
                    <m:r>
                      <a:rPr kumimoji="1" lang="en-US" altLang="ja-JP" b="0" i="1" smtClean="0">
                        <a:latin typeface="Cambria Math" panose="02040503050406030204" pitchFamily="18" charset="0"/>
                      </a:rPr>
                      <m:t>}</m:t>
                    </m:r>
                  </m:oMath>
                </a14:m>
                <a:r>
                  <a:rPr kumimoji="1" lang="ja-JP" altLang="en-US" dirty="0"/>
                  <a:t>の推定値を計算する</a:t>
                </a:r>
                <a:endParaRPr kumimoji="1" lang="en-US" altLang="ja-JP" dirty="0"/>
              </a:p>
            </p:txBody>
          </p:sp>
        </mc:Choice>
        <mc:Fallback xmlns="">
          <p:sp>
            <p:nvSpPr>
              <p:cNvPr id="18" name="テキスト ボックス 17">
                <a:extLst>
                  <a:ext uri="{FF2B5EF4-FFF2-40B4-BE49-F238E27FC236}">
                    <a16:creationId xmlns:a16="http://schemas.microsoft.com/office/drawing/2014/main" id="{CC999182-1B39-DECD-B001-B1ACA5EF3BA3}"/>
                  </a:ext>
                </a:extLst>
              </p:cNvPr>
              <p:cNvSpPr txBox="1">
                <a:spLocks noRot="1" noChangeAspect="1" noMove="1" noResize="1" noEditPoints="1" noAdjustHandles="1" noChangeArrowheads="1" noChangeShapeType="1" noTextEdit="1"/>
              </p:cNvSpPr>
              <p:nvPr/>
            </p:nvSpPr>
            <p:spPr>
              <a:xfrm>
                <a:off x="8571966" y="4555669"/>
                <a:ext cx="3340892" cy="646331"/>
              </a:xfrm>
              <a:prstGeom prst="rect">
                <a:avLst/>
              </a:prstGeom>
              <a:blipFill>
                <a:blip r:embed="rId8"/>
                <a:stretch>
                  <a:fillRect l="-1136" t="-3846" b="-13462"/>
                </a:stretch>
              </a:blipFill>
            </p:spPr>
            <p:txBody>
              <a:bodyPr/>
              <a:lstStyle/>
              <a:p>
                <a:r>
                  <a:rPr lang="ja-JP" altLang="en-US">
                    <a:noFill/>
                  </a:rPr>
                  <a:t> </a:t>
                </a:r>
              </a:p>
            </p:txBody>
          </p:sp>
        </mc:Fallback>
      </mc:AlternateContent>
      <p:sp>
        <p:nvSpPr>
          <p:cNvPr id="19" name="角丸四角形 18">
            <a:extLst>
              <a:ext uri="{FF2B5EF4-FFF2-40B4-BE49-F238E27FC236}">
                <a16:creationId xmlns:a16="http://schemas.microsoft.com/office/drawing/2014/main" id="{BA13B817-B934-3AF1-FE0C-1BF0119D8A18}"/>
              </a:ext>
            </a:extLst>
          </p:cNvPr>
          <p:cNvSpPr/>
          <p:nvPr/>
        </p:nvSpPr>
        <p:spPr>
          <a:xfrm>
            <a:off x="76522" y="3811604"/>
            <a:ext cx="8173101" cy="2947352"/>
          </a:xfrm>
          <a:prstGeom prst="round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F9825A01-9CE0-B72E-7010-E8686BCF8D8F}"/>
              </a:ext>
            </a:extLst>
          </p:cNvPr>
          <p:cNvSpPr/>
          <p:nvPr/>
        </p:nvSpPr>
        <p:spPr>
          <a:xfrm>
            <a:off x="10236821" y="0"/>
            <a:ext cx="1955179" cy="433137"/>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ja-JP" dirty="0"/>
              <a:t>Introduction</a:t>
            </a:r>
            <a:endParaRPr kumimoji="1" lang="ja-JP" altLang="en-US"/>
          </a:p>
        </p:txBody>
      </p:sp>
    </p:spTree>
    <p:extLst>
      <p:ext uri="{BB962C8B-B14F-4D97-AF65-F5344CB8AC3E}">
        <p14:creationId xmlns:p14="http://schemas.microsoft.com/office/powerpoint/2010/main" val="3696147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C794844-53C9-355B-8BE3-04DB36B44C82}"/>
              </a:ext>
            </a:extLst>
          </p:cNvPr>
          <p:cNvSpPr>
            <a:spLocks noGrp="1"/>
          </p:cNvSpPr>
          <p:nvPr>
            <p:ph type="title"/>
          </p:nvPr>
        </p:nvSpPr>
        <p:spPr>
          <a:xfrm>
            <a:off x="0" y="7714"/>
            <a:ext cx="10940143" cy="863884"/>
          </a:xfrm>
        </p:spPr>
        <p:txBody>
          <a:bodyPr>
            <a:normAutofit/>
          </a:bodyPr>
          <a:lstStyle/>
          <a:p>
            <a:r>
              <a:rPr kumimoji="1" lang="en-US" altLang="ja-JP" dirty="0">
                <a:latin typeface="Arial" panose="020B0604020202020204" pitchFamily="34" charset="0"/>
                <a:cs typeface="Arial" panose="020B0604020202020204" pitchFamily="34" charset="0"/>
              </a:rPr>
              <a:t>1.3 CST</a:t>
            </a:r>
            <a:r>
              <a:rPr kumimoji="1" lang="ja-JP" altLang="en-US" b="1">
                <a:latin typeface="Arial" panose="020B0604020202020204" pitchFamily="34" charset="0"/>
                <a:cs typeface="Arial" panose="020B0604020202020204" pitchFamily="34" charset="0"/>
              </a:rPr>
              <a:t>が優れた手法となる条件</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2853E828-4847-8084-1F6E-C4840631C1A5}"/>
                  </a:ext>
                </a:extLst>
              </p:cNvPr>
              <p:cNvSpPr>
                <a:spLocks noGrp="1"/>
              </p:cNvSpPr>
              <p:nvPr>
                <p:ph idx="1"/>
              </p:nvPr>
            </p:nvSpPr>
            <p:spPr>
              <a:xfrm>
                <a:off x="719328" y="1168902"/>
                <a:ext cx="11033760" cy="2904435"/>
              </a:xfrm>
              <a:ln>
                <a:solidFill>
                  <a:srgbClr val="042433"/>
                </a:solidFill>
              </a:ln>
            </p:spPr>
            <p:txBody>
              <a:bodyPr>
                <a:normAutofit/>
              </a:bodyPr>
              <a:lstStyle/>
              <a:p>
                <a:pPr marL="0" indent="0">
                  <a:buNone/>
                </a:pPr>
                <a:r>
                  <a:rPr lang="ja-JP" altLang="en-US"/>
                  <a:t>物理量</a:t>
                </a:r>
                <a14:m>
                  <m:oMath xmlns:m="http://schemas.openxmlformats.org/officeDocument/2006/math">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𝑂</m:t>
                        </m:r>
                      </m:e>
                      <m:sub>
                        <m:r>
                          <a:rPr lang="en-US" altLang="ja-JP" i="1">
                            <a:latin typeface="Cambria Math" panose="02040503050406030204" pitchFamily="18" charset="0"/>
                          </a:rPr>
                          <m:t>1</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𝑂</m:t>
                        </m:r>
                      </m:e>
                      <m:sub>
                        <m:r>
                          <a:rPr lang="en-US" altLang="ja-JP" i="1">
                            <a:latin typeface="Cambria Math" panose="02040503050406030204" pitchFamily="18" charset="0"/>
                          </a:rPr>
                          <m:t>2</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𝑂</m:t>
                        </m:r>
                      </m:e>
                      <m:sub>
                        <m:r>
                          <a:rPr lang="en-US" altLang="ja-JP" i="1">
                            <a:latin typeface="Cambria Math" panose="02040503050406030204" pitchFamily="18" charset="0"/>
                          </a:rPr>
                          <m:t>𝑀</m:t>
                        </m:r>
                      </m:sub>
                    </m:sSub>
                    <m:r>
                      <a:rPr lang="en-US" altLang="ja-JP" i="1">
                        <a:latin typeface="Cambria Math" panose="02040503050406030204" pitchFamily="18" charset="0"/>
                      </a:rPr>
                      <m:t>}</m:t>
                    </m:r>
                  </m:oMath>
                </a14:m>
                <a:r>
                  <a:rPr lang="ja-JP" altLang="en-US" dirty="0"/>
                  <a:t>の推定値を計算する</a:t>
                </a:r>
                <a:endParaRPr lang="en-US" altLang="ja-JP" dirty="0"/>
              </a:p>
              <a:p>
                <a:pPr marL="0" indent="0">
                  <a:buNone/>
                </a:pPr>
                <a:r>
                  <a:rPr kumimoji="1" lang="ja-JP" altLang="en-US" b="0"/>
                  <a:t>全ての物理量</a:t>
                </a:r>
                <a14:m>
                  <m:oMath xmlns:m="http://schemas.openxmlformats.org/officeDocument/2006/math">
                    <m:r>
                      <a:rPr kumimoji="1" lang="en-US" altLang="ja-JP" b="0" i="1" smtClean="0">
                        <a:latin typeface="Cambria Math" panose="02040503050406030204" pitchFamily="18" charset="0"/>
                      </a:rPr>
                      <m:t>𝑡𝑟</m:t>
                    </m:r>
                    <m:d>
                      <m:dPr>
                        <m:ctrlPr>
                          <a:rPr kumimoji="1" lang="en-US" altLang="ja-JP" b="0" i="1" smtClean="0">
                            <a:latin typeface="Cambria Math" panose="02040503050406030204" pitchFamily="18" charset="0"/>
                          </a:rPr>
                        </m:ctrlPr>
                      </m:dPr>
                      <m:e>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𝑂</m:t>
                            </m:r>
                          </m:e>
                          <m:sub>
                            <m:r>
                              <a:rPr kumimoji="1" lang="en-US" altLang="ja-JP" b="0" i="1" smtClean="0">
                                <a:latin typeface="Cambria Math" panose="02040503050406030204" pitchFamily="18" charset="0"/>
                              </a:rPr>
                              <m:t>1</m:t>
                            </m:r>
                          </m:sub>
                        </m:sSub>
                        <m:r>
                          <a:rPr kumimoji="1" lang="en-US" altLang="ja-JP" b="0" i="1" smtClean="0">
                            <a:latin typeface="Cambria Math" panose="02040503050406030204" pitchFamily="18" charset="0"/>
                            <a:ea typeface="Cambria Math" panose="02040503050406030204" pitchFamily="18" charset="0"/>
                          </a:rPr>
                          <m:t>𝜌</m:t>
                        </m:r>
                      </m:e>
                    </m:d>
                    <m:r>
                      <a:rPr kumimoji="1" lang="en-US" altLang="ja-JP" b="0" i="1" smtClean="0">
                        <a:latin typeface="Cambria Math" panose="02040503050406030204" pitchFamily="18" charset="0"/>
                      </a:rPr>
                      <m:t>,</m:t>
                    </m:r>
                    <m:r>
                      <a:rPr lang="en-US" altLang="ja-JP" i="1">
                        <a:latin typeface="Cambria Math" panose="02040503050406030204" pitchFamily="18" charset="0"/>
                      </a:rPr>
                      <m:t>𝑡𝑟</m:t>
                    </m:r>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panose="02040503050406030204" pitchFamily="18" charset="0"/>
                              </a:rPr>
                              <m:t>𝑂</m:t>
                            </m:r>
                          </m:e>
                          <m:sub>
                            <m:r>
                              <a:rPr lang="en-US" altLang="ja-JP" b="0" i="1" smtClean="0">
                                <a:latin typeface="Cambria Math" panose="02040503050406030204" pitchFamily="18" charset="0"/>
                              </a:rPr>
                              <m:t>2</m:t>
                            </m:r>
                          </m:sub>
                        </m:sSub>
                        <m:r>
                          <a:rPr lang="en-US" altLang="ja-JP" i="1">
                            <a:latin typeface="Cambria Math" panose="02040503050406030204" pitchFamily="18" charset="0"/>
                            <a:ea typeface="Cambria Math" panose="02040503050406030204" pitchFamily="18" charset="0"/>
                          </a:rPr>
                          <m:t>𝜌</m:t>
                        </m:r>
                      </m:e>
                    </m:d>
                    <m:r>
                      <a:rPr lang="en-US" altLang="ja-JP" i="1">
                        <a:latin typeface="Cambria Math" panose="02040503050406030204" pitchFamily="18" charset="0"/>
                      </a:rPr>
                      <m:t>,</m:t>
                    </m:r>
                    <m:r>
                      <a:rPr lang="en-US" altLang="ja-JP" b="0" i="1" smtClean="0">
                        <a:latin typeface="Cambria Math" panose="02040503050406030204" pitchFamily="18" charset="0"/>
                      </a:rPr>
                      <m:t> …,</m:t>
                    </m:r>
                    <m:r>
                      <a:rPr lang="en-US" altLang="ja-JP" i="1">
                        <a:latin typeface="Cambria Math" panose="02040503050406030204" pitchFamily="18" charset="0"/>
                      </a:rPr>
                      <m:t>𝑡𝑟</m:t>
                    </m:r>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panose="02040503050406030204" pitchFamily="18" charset="0"/>
                              </a:rPr>
                              <m:t>𝑂</m:t>
                            </m:r>
                          </m:e>
                          <m:sub>
                            <m:r>
                              <a:rPr lang="en-US" altLang="ja-JP" b="0" i="1" smtClean="0">
                                <a:latin typeface="Cambria Math" panose="02040503050406030204" pitchFamily="18" charset="0"/>
                              </a:rPr>
                              <m:t>𝑀</m:t>
                            </m:r>
                          </m:sub>
                        </m:sSub>
                        <m:r>
                          <a:rPr lang="en-US" altLang="ja-JP" i="1">
                            <a:latin typeface="Cambria Math" panose="02040503050406030204" pitchFamily="18" charset="0"/>
                            <a:ea typeface="Cambria Math" panose="02040503050406030204" pitchFamily="18" charset="0"/>
                          </a:rPr>
                          <m:t>𝜌</m:t>
                        </m:r>
                      </m:e>
                    </m:d>
                  </m:oMath>
                </a14:m>
                <a:r>
                  <a:rPr kumimoji="1" lang="ja-JP" altLang="en-US"/>
                  <a:t>を加法誤差</a:t>
                </a:r>
                <a14:m>
                  <m:oMath xmlns:m="http://schemas.openxmlformats.org/officeDocument/2006/math">
                    <m:r>
                      <a:rPr kumimoji="1" lang="ja-JP" altLang="en-US" i="1" smtClean="0">
                        <a:latin typeface="Cambria Math" panose="02040503050406030204" pitchFamily="18" charset="0"/>
                      </a:rPr>
                      <m:t>𝜖</m:t>
                    </m:r>
                  </m:oMath>
                </a14:m>
                <a:r>
                  <a:rPr kumimoji="1" lang="ja-JP" altLang="en-US"/>
                  <a:t>で推定するのに、必要なランダム演算子・測定回数</a:t>
                </a:r>
                <a:r>
                  <a:rPr kumimoji="1" lang="en-US" altLang="ja-JP" dirty="0"/>
                  <a:t>N</a:t>
                </a:r>
                <a:r>
                  <a:rPr kumimoji="1" lang="ja-JP" altLang="en-US"/>
                  <a:t>は以下を満たす必要がある</a:t>
                </a:r>
              </a:p>
            </p:txBody>
          </p:sp>
        </mc:Choice>
        <mc:Fallback xmlns="">
          <p:sp>
            <p:nvSpPr>
              <p:cNvPr id="3" name="コンテンツ プレースホルダー 2">
                <a:extLst>
                  <a:ext uri="{FF2B5EF4-FFF2-40B4-BE49-F238E27FC236}">
                    <a16:creationId xmlns:a16="http://schemas.microsoft.com/office/drawing/2014/main" id="{2853E828-4847-8084-1F6E-C4840631C1A5}"/>
                  </a:ext>
                </a:extLst>
              </p:cNvPr>
              <p:cNvSpPr>
                <a:spLocks noGrp="1" noRot="1" noChangeAspect="1" noMove="1" noResize="1" noEditPoints="1" noAdjustHandles="1" noChangeArrowheads="1" noChangeShapeType="1" noTextEdit="1"/>
              </p:cNvSpPr>
              <p:nvPr>
                <p:ph idx="1"/>
              </p:nvPr>
            </p:nvSpPr>
            <p:spPr>
              <a:xfrm>
                <a:off x="719328" y="1168902"/>
                <a:ext cx="11033760" cy="2904435"/>
              </a:xfrm>
              <a:blipFill>
                <a:blip r:embed="rId2"/>
                <a:stretch>
                  <a:fillRect l="-1149" t="-3030"/>
                </a:stretch>
              </a:blipFill>
              <a:ln>
                <a:solidFill>
                  <a:srgbClr val="042433"/>
                </a:solidFill>
              </a:ln>
            </p:spPr>
            <p:txBody>
              <a:bodyPr/>
              <a:lstStyle/>
              <a:p>
                <a:r>
                  <a:rPr lang="ja-JP" altLang="en-US">
                    <a:noFill/>
                  </a:rPr>
                  <a:t> </a:t>
                </a:r>
              </a:p>
            </p:txBody>
          </p:sp>
        </mc:Fallback>
      </mc:AlternateContent>
      <p:pic>
        <p:nvPicPr>
          <p:cNvPr id="7" name="図 6" descr="テキスト&#10;&#10;AI 生成コンテンツは誤りを含む可能性があります。">
            <a:extLst>
              <a:ext uri="{FF2B5EF4-FFF2-40B4-BE49-F238E27FC236}">
                <a16:creationId xmlns:a16="http://schemas.microsoft.com/office/drawing/2014/main" id="{22386538-706F-8674-89F3-6720FB98100B}"/>
              </a:ext>
            </a:extLst>
          </p:cNvPr>
          <p:cNvPicPr>
            <a:picLocks noChangeAspect="1"/>
          </p:cNvPicPr>
          <p:nvPr/>
        </p:nvPicPr>
        <p:blipFill>
          <a:blip r:embed="rId3"/>
          <a:srcRect l="61086" r="10874"/>
          <a:stretch>
            <a:fillRect/>
          </a:stretch>
        </p:blipFill>
        <p:spPr>
          <a:xfrm>
            <a:off x="1118705" y="4988607"/>
            <a:ext cx="1396020" cy="808047"/>
          </a:xfrm>
          <a:prstGeom prst="rect">
            <a:avLst/>
          </a:prstGeom>
        </p:spPr>
      </p:pic>
      <p:sp>
        <p:nvSpPr>
          <p:cNvPr id="11" name="テキスト ボックス 10">
            <a:extLst>
              <a:ext uri="{FF2B5EF4-FFF2-40B4-BE49-F238E27FC236}">
                <a16:creationId xmlns:a16="http://schemas.microsoft.com/office/drawing/2014/main" id="{CBEEAC5B-3F4F-9FA2-6400-F8CAEE63D5A8}"/>
              </a:ext>
            </a:extLst>
          </p:cNvPr>
          <p:cNvSpPr txBox="1"/>
          <p:nvPr/>
        </p:nvSpPr>
        <p:spPr>
          <a:xfrm>
            <a:off x="918571" y="5931876"/>
            <a:ext cx="10593398" cy="830997"/>
          </a:xfrm>
          <a:prstGeom prst="rect">
            <a:avLst/>
          </a:prstGeom>
          <a:noFill/>
        </p:spPr>
        <p:txBody>
          <a:bodyPr wrap="square" rtlCol="0">
            <a:spAutoFit/>
          </a:bodyPr>
          <a:lstStyle/>
          <a:p>
            <a:r>
              <a:rPr lang="ja-JP" altLang="en-US" sz="2400"/>
              <a:t>測定したい物理量に関わる系がが小さい部分系の時は</a:t>
            </a:r>
            <a:r>
              <a:rPr lang="en-US" altLang="ja-JP" sz="2400" dirty="0"/>
              <a:t>CST</a:t>
            </a:r>
            <a:r>
              <a:rPr lang="ja-JP" altLang="en-US" sz="2400"/>
              <a:t>は優れているが、多くの量子ビットに渡ると</a:t>
            </a:r>
            <a:r>
              <a:rPr lang="en-US" altLang="ja-JP" sz="2400" dirty="0"/>
              <a:t>QST</a:t>
            </a:r>
            <a:r>
              <a:rPr lang="ja-JP" altLang="en-US" sz="2400"/>
              <a:t>と同程度</a:t>
            </a:r>
            <a:endParaRPr kumimoji="1" lang="ja-JP" altLang="en-US" sz="2400"/>
          </a:p>
        </p:txBody>
      </p:sp>
      <p:sp>
        <p:nvSpPr>
          <p:cNvPr id="13" name="テキスト ボックス 12">
            <a:extLst>
              <a:ext uri="{FF2B5EF4-FFF2-40B4-BE49-F238E27FC236}">
                <a16:creationId xmlns:a16="http://schemas.microsoft.com/office/drawing/2014/main" id="{74B5489C-0A74-AA48-C8C0-5E77517B61D3}"/>
              </a:ext>
            </a:extLst>
          </p:cNvPr>
          <p:cNvSpPr txBox="1"/>
          <p:nvPr/>
        </p:nvSpPr>
        <p:spPr>
          <a:xfrm>
            <a:off x="2639238" y="5171768"/>
            <a:ext cx="5709234" cy="461665"/>
          </a:xfrm>
          <a:prstGeom prst="rect">
            <a:avLst/>
          </a:prstGeom>
          <a:noFill/>
        </p:spPr>
        <p:txBody>
          <a:bodyPr wrap="square" rtlCol="0">
            <a:spAutoFit/>
          </a:bodyPr>
          <a:lstStyle/>
          <a:p>
            <a:r>
              <a:rPr lang="ja-JP" altLang="en-US" sz="2400"/>
              <a:t>は</a:t>
            </a:r>
            <a:r>
              <a:rPr lang="en-US" altLang="ja-JP" sz="2400" dirty="0"/>
              <a:t>k</a:t>
            </a:r>
            <a:r>
              <a:rPr lang="ja-JP" altLang="en-US" sz="2400"/>
              <a:t>が大きくなるにつれて指数で増える</a:t>
            </a:r>
            <a:endParaRPr kumimoji="1" lang="ja-JP" altLang="en-US" sz="2400"/>
          </a:p>
        </p:txBody>
      </p:sp>
      <p:grpSp>
        <p:nvGrpSpPr>
          <p:cNvPr id="9" name="グループ化 8">
            <a:extLst>
              <a:ext uri="{FF2B5EF4-FFF2-40B4-BE49-F238E27FC236}">
                <a16:creationId xmlns:a16="http://schemas.microsoft.com/office/drawing/2014/main" id="{BBC75A84-5A8B-CD48-8E8A-BB08BE91417A}"/>
              </a:ext>
            </a:extLst>
          </p:cNvPr>
          <p:cNvGrpSpPr/>
          <p:nvPr/>
        </p:nvGrpSpPr>
        <p:grpSpPr>
          <a:xfrm>
            <a:off x="1967485" y="2715725"/>
            <a:ext cx="7164349" cy="1162800"/>
            <a:chOff x="1821181" y="2987194"/>
            <a:chExt cx="7164349" cy="1162800"/>
          </a:xfrm>
        </p:grpSpPr>
        <p:pic>
          <p:nvPicPr>
            <p:cNvPr id="5" name="図 4" descr="テキスト&#10;&#10;AI 生成コンテンツは誤りを含む可能性があります。">
              <a:extLst>
                <a:ext uri="{FF2B5EF4-FFF2-40B4-BE49-F238E27FC236}">
                  <a16:creationId xmlns:a16="http://schemas.microsoft.com/office/drawing/2014/main" id="{CF63B0D1-BA50-7C29-1566-430770092DF0}"/>
                </a:ext>
              </a:extLst>
            </p:cNvPr>
            <p:cNvPicPr>
              <a:picLocks noChangeAspect="1"/>
            </p:cNvPicPr>
            <p:nvPr/>
          </p:nvPicPr>
          <p:blipFill>
            <a:blip r:embed="rId3"/>
            <a:stretch>
              <a:fillRect/>
            </a:stretch>
          </p:blipFill>
          <p:spPr>
            <a:xfrm>
              <a:off x="1821181" y="2987194"/>
              <a:ext cx="7164349" cy="1162800"/>
            </a:xfrm>
            <a:prstGeom prst="rect">
              <a:avLst/>
            </a:prstGeom>
          </p:spPr>
        </p:pic>
        <p:pic>
          <p:nvPicPr>
            <p:cNvPr id="8" name="図 7">
              <a:extLst>
                <a:ext uri="{FF2B5EF4-FFF2-40B4-BE49-F238E27FC236}">
                  <a16:creationId xmlns:a16="http://schemas.microsoft.com/office/drawing/2014/main" id="{5456EFA5-DF75-D513-2D60-2E3FEAF5CDC0}"/>
                </a:ext>
              </a:extLst>
            </p:cNvPr>
            <p:cNvPicPr>
              <a:picLocks noChangeAspect="1"/>
            </p:cNvPicPr>
            <p:nvPr/>
          </p:nvPicPr>
          <p:blipFill>
            <a:blip r:embed="rId4"/>
            <a:stretch>
              <a:fillRect/>
            </a:stretch>
          </p:blipFill>
          <p:spPr>
            <a:xfrm rot="10800000">
              <a:off x="8845830" y="3258604"/>
              <a:ext cx="139700" cy="662333"/>
            </a:xfrm>
            <a:prstGeom prst="rect">
              <a:avLst/>
            </a:prstGeom>
          </p:spPr>
        </p:pic>
      </p:grp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85B091CB-8B1D-1B4D-BF2F-BFC9F31EB51E}"/>
                  </a:ext>
                </a:extLst>
              </p:cNvPr>
              <p:cNvSpPr txBox="1"/>
              <p:nvPr/>
            </p:nvSpPr>
            <p:spPr>
              <a:xfrm>
                <a:off x="438912" y="4391720"/>
                <a:ext cx="11314176" cy="461665"/>
              </a:xfrm>
              <a:prstGeom prst="rect">
                <a:avLst/>
              </a:prstGeom>
              <a:noFill/>
            </p:spPr>
            <p:txBody>
              <a:bodyPr wrap="square" rtlCol="0">
                <a:spAutoFit/>
              </a:bodyPr>
              <a:lstStyle/>
              <a:p>
                <a:r>
                  <a:rPr kumimoji="1" lang="ja-JP" altLang="en-US" sz="2400"/>
                  <a:t>例）ランダムパウリ測定による</a:t>
                </a:r>
                <a:r>
                  <a:rPr kumimoji="1" lang="en-US" altLang="ja-JP" sz="2400" dirty="0"/>
                  <a:t>k-local </a:t>
                </a:r>
                <a:r>
                  <a:rPr kumimoji="1" lang="ja-JP" altLang="en-US" sz="2400"/>
                  <a:t>パウリ演算子</a:t>
                </a:r>
                <a:r>
                  <a:rPr kumimoji="1" lang="en-US" altLang="ja-JP" sz="2400" dirty="0"/>
                  <a:t>(</a:t>
                </a:r>
                <a14:m>
                  <m:oMath xmlns:m="http://schemas.openxmlformats.org/officeDocument/2006/math">
                    <m:sSub>
                      <m:sSubPr>
                        <m:ctrlPr>
                          <a:rPr kumimoji="1" lang="en-US" altLang="ja-JP" sz="2400" b="0" i="1" smtClean="0">
                            <a:latin typeface="Cambria Math" panose="02040503050406030204" pitchFamily="18" charset="0"/>
                            <a:ea typeface="Cambria Math" panose="02040503050406030204" pitchFamily="18" charset="0"/>
                          </a:rPr>
                        </m:ctrlPr>
                      </m:sSubPr>
                      <m:e>
                        <m:r>
                          <a:rPr kumimoji="1" lang="en-US" altLang="ja-JP" sz="2400" i="1" smtClean="0">
                            <a:latin typeface="Cambria Math" panose="02040503050406030204" pitchFamily="18" charset="0"/>
                            <a:ea typeface="Cambria Math" panose="02040503050406030204" pitchFamily="18" charset="0"/>
                          </a:rPr>
                          <m:t>𝜎</m:t>
                        </m:r>
                      </m:e>
                      <m:sub>
                        <m:r>
                          <a:rPr kumimoji="1" lang="en-US" altLang="ja-JP" sz="2400" b="0" i="1" smtClean="0">
                            <a:latin typeface="Cambria Math" panose="02040503050406030204" pitchFamily="18" charset="0"/>
                            <a:ea typeface="Cambria Math" panose="02040503050406030204" pitchFamily="18" charset="0"/>
                          </a:rPr>
                          <m:t>1</m:t>
                        </m:r>
                      </m:sub>
                    </m:sSub>
                    <m:r>
                      <a:rPr kumimoji="1" lang="en-US" altLang="ja-JP" sz="2400" b="0" i="1" smtClean="0">
                        <a:latin typeface="Cambria Math" panose="02040503050406030204" pitchFamily="18" charset="0"/>
                        <a:ea typeface="Cambria Math" panose="02040503050406030204" pitchFamily="18" charset="0"/>
                      </a:rPr>
                      <m:t>⨂</m:t>
                    </m:r>
                    <m:sSub>
                      <m:sSubPr>
                        <m:ctrlPr>
                          <a:rPr kumimoji="1" lang="en-US" altLang="ja-JP" sz="2400" b="0" i="1" smtClean="0">
                            <a:latin typeface="Cambria Math" panose="02040503050406030204" pitchFamily="18" charset="0"/>
                            <a:ea typeface="Cambria Math" panose="02040503050406030204" pitchFamily="18" charset="0"/>
                          </a:rPr>
                        </m:ctrlPr>
                      </m:sSubPr>
                      <m:e>
                        <m:r>
                          <a:rPr kumimoji="1" lang="en-US" altLang="ja-JP" sz="2400" b="0" i="1" smtClean="0">
                            <a:latin typeface="Cambria Math" panose="02040503050406030204" pitchFamily="18" charset="0"/>
                            <a:ea typeface="Cambria Math" panose="02040503050406030204" pitchFamily="18" charset="0"/>
                          </a:rPr>
                          <m:t>𝜎</m:t>
                        </m:r>
                      </m:e>
                      <m:sub>
                        <m:r>
                          <a:rPr kumimoji="1" lang="en-US" altLang="ja-JP" sz="2400" b="0" i="1" smtClean="0">
                            <a:latin typeface="Cambria Math" panose="02040503050406030204" pitchFamily="18" charset="0"/>
                            <a:ea typeface="Cambria Math" panose="02040503050406030204" pitchFamily="18" charset="0"/>
                          </a:rPr>
                          <m:t>2</m:t>
                        </m:r>
                      </m:sub>
                    </m:sSub>
                    <m:nary>
                      <m:naryPr>
                        <m:chr m:val="⨂"/>
                        <m:subHide m:val="on"/>
                        <m:supHide m:val="on"/>
                        <m:ctrlPr>
                          <a:rPr kumimoji="1" lang="en-US" altLang="ja-JP" sz="2400" b="0" i="1" smtClean="0">
                            <a:latin typeface="Cambria Math" panose="02040503050406030204" pitchFamily="18" charset="0"/>
                            <a:ea typeface="Cambria Math" panose="02040503050406030204" pitchFamily="18" charset="0"/>
                          </a:rPr>
                        </m:ctrlPr>
                      </m:naryPr>
                      <m:sub/>
                      <m:sup/>
                      <m:e>
                        <m:r>
                          <a:rPr kumimoji="1" lang="en-US" altLang="ja-JP" sz="2400" b="0" i="1" smtClean="0">
                            <a:latin typeface="Cambria Math" panose="02040503050406030204" pitchFamily="18" charset="0"/>
                            <a:ea typeface="Cambria Math" panose="02040503050406030204" pitchFamily="18" charset="0"/>
                          </a:rPr>
                          <m:t>…</m:t>
                        </m:r>
                      </m:e>
                    </m:nary>
                    <m:r>
                      <a:rPr kumimoji="1" lang="en-US" altLang="ja-JP" sz="2400" b="0" i="1" smtClean="0">
                        <a:latin typeface="Cambria Math" panose="02040503050406030204" pitchFamily="18" charset="0"/>
                        <a:ea typeface="Cambria Math" panose="02040503050406030204" pitchFamily="18" charset="0"/>
                      </a:rPr>
                      <m:t>⨂</m:t>
                    </m:r>
                    <m:sSub>
                      <m:sSubPr>
                        <m:ctrlPr>
                          <a:rPr kumimoji="1" lang="en-US" altLang="ja-JP" sz="2400" b="0" i="1" smtClean="0">
                            <a:latin typeface="Cambria Math" panose="02040503050406030204" pitchFamily="18" charset="0"/>
                            <a:ea typeface="Cambria Math" panose="02040503050406030204" pitchFamily="18" charset="0"/>
                          </a:rPr>
                        </m:ctrlPr>
                      </m:sSubPr>
                      <m:e>
                        <m:r>
                          <a:rPr kumimoji="1" lang="en-US" altLang="ja-JP" sz="2400" b="0" i="1" smtClean="0">
                            <a:latin typeface="Cambria Math" panose="02040503050406030204" pitchFamily="18" charset="0"/>
                            <a:ea typeface="Cambria Math" panose="02040503050406030204" pitchFamily="18" charset="0"/>
                          </a:rPr>
                          <m:t>𝜎</m:t>
                        </m:r>
                      </m:e>
                      <m:sub>
                        <m:r>
                          <a:rPr kumimoji="1" lang="en-US" altLang="ja-JP" sz="2400" b="0" i="1" smtClean="0">
                            <a:latin typeface="Cambria Math" panose="02040503050406030204" pitchFamily="18" charset="0"/>
                            <a:ea typeface="Cambria Math" panose="02040503050406030204" pitchFamily="18" charset="0"/>
                          </a:rPr>
                          <m:t>𝑘</m:t>
                        </m:r>
                      </m:sub>
                    </m:sSub>
                    <m:r>
                      <a:rPr kumimoji="1" lang="en-US" altLang="ja-JP" sz="2400" b="0" i="1" smtClean="0">
                        <a:latin typeface="Cambria Math" panose="02040503050406030204" pitchFamily="18" charset="0"/>
                        <a:ea typeface="Cambria Math" panose="02040503050406030204" pitchFamily="18" charset="0"/>
                      </a:rPr>
                      <m:t> </m:t>
                    </m:r>
                  </m:oMath>
                </a14:m>
                <a:r>
                  <a:rPr kumimoji="1" lang="en-US" altLang="ja-JP" sz="2400" dirty="0"/>
                  <a:t>)</a:t>
                </a:r>
                <a:r>
                  <a:rPr kumimoji="1" lang="ja-JP" altLang="en-US" sz="2400"/>
                  <a:t>の測定</a:t>
                </a:r>
              </a:p>
            </p:txBody>
          </p:sp>
        </mc:Choice>
        <mc:Fallback xmlns="">
          <p:sp>
            <p:nvSpPr>
              <p:cNvPr id="10" name="テキスト ボックス 9">
                <a:extLst>
                  <a:ext uri="{FF2B5EF4-FFF2-40B4-BE49-F238E27FC236}">
                    <a16:creationId xmlns:a16="http://schemas.microsoft.com/office/drawing/2014/main" id="{85B091CB-8B1D-1B4D-BF2F-BFC9F31EB51E}"/>
                  </a:ext>
                </a:extLst>
              </p:cNvPr>
              <p:cNvSpPr txBox="1">
                <a:spLocks noRot="1" noChangeAspect="1" noMove="1" noResize="1" noEditPoints="1" noAdjustHandles="1" noChangeArrowheads="1" noChangeShapeType="1" noTextEdit="1"/>
              </p:cNvSpPr>
              <p:nvPr/>
            </p:nvSpPr>
            <p:spPr>
              <a:xfrm>
                <a:off x="438912" y="4391720"/>
                <a:ext cx="11314176" cy="461665"/>
              </a:xfrm>
              <a:prstGeom prst="rect">
                <a:avLst/>
              </a:prstGeom>
              <a:blipFill>
                <a:blip r:embed="rId5"/>
                <a:stretch>
                  <a:fillRect l="-897" t="-92105" b="-142105"/>
                </a:stretch>
              </a:blipFill>
            </p:spPr>
            <p:txBody>
              <a:bodyPr/>
              <a:lstStyle/>
              <a:p>
                <a:r>
                  <a:rPr lang="ja-JP" altLang="en-US">
                    <a:noFill/>
                  </a:rPr>
                  <a:t> </a:t>
                </a:r>
              </a:p>
            </p:txBody>
          </p:sp>
        </mc:Fallback>
      </mc:AlternateContent>
      <p:sp>
        <p:nvSpPr>
          <p:cNvPr id="14" name="正方形/長方形 13">
            <a:extLst>
              <a:ext uri="{FF2B5EF4-FFF2-40B4-BE49-F238E27FC236}">
                <a16:creationId xmlns:a16="http://schemas.microsoft.com/office/drawing/2014/main" id="{80E1B315-023C-E155-C419-E94B6FB74A92}"/>
              </a:ext>
            </a:extLst>
          </p:cNvPr>
          <p:cNvSpPr/>
          <p:nvPr/>
        </p:nvSpPr>
        <p:spPr>
          <a:xfrm>
            <a:off x="10236821" y="0"/>
            <a:ext cx="1955179" cy="433137"/>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ja-JP" dirty="0"/>
              <a:t>Introduction</a:t>
            </a:r>
            <a:endParaRPr kumimoji="1" lang="ja-JP" altLang="en-US"/>
          </a:p>
        </p:txBody>
      </p:sp>
    </p:spTree>
    <p:extLst>
      <p:ext uri="{BB962C8B-B14F-4D97-AF65-F5344CB8AC3E}">
        <p14:creationId xmlns:p14="http://schemas.microsoft.com/office/powerpoint/2010/main" val="34364009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E2F9E098-4A6A-4246-9CC8-E055AF896890}"/>
              </a:ext>
            </a:extLst>
          </p:cNvPr>
          <p:cNvSpPr>
            <a:spLocks noGrp="1"/>
          </p:cNvSpPr>
          <p:nvPr>
            <p:ph idx="1"/>
          </p:nvPr>
        </p:nvSpPr>
        <p:spPr>
          <a:xfrm>
            <a:off x="6682305" y="4589535"/>
            <a:ext cx="5588276" cy="2752156"/>
          </a:xfrm>
        </p:spPr>
        <p:txBody>
          <a:bodyPr>
            <a:normAutofit/>
          </a:bodyPr>
          <a:lstStyle/>
          <a:p>
            <a:pPr marL="0" indent="0">
              <a:buNone/>
            </a:pPr>
            <a:r>
              <a:rPr lang="ja-JP" altLang="en-US" sz="2400"/>
              <a:t>任意の</a:t>
            </a:r>
            <a:r>
              <a:rPr lang="en-US" altLang="ja-JP" sz="2400" dirty="0"/>
              <a:t>2-local Pauli</a:t>
            </a:r>
            <a:r>
              <a:rPr lang="ja-JP" altLang="en-US" sz="2400"/>
              <a:t>の期待値推定を行い、</a:t>
            </a:r>
            <a:r>
              <a:rPr lang="en-US" altLang="ja-JP" sz="2400" dirty="0"/>
              <a:t>K</a:t>
            </a:r>
            <a:r>
              <a:rPr lang="ja-JP" altLang="en-US" sz="2400"/>
              <a:t>が一定であれば、</a:t>
            </a:r>
            <a:r>
              <a:rPr lang="en-US" altLang="ja-JP" sz="2400" dirty="0"/>
              <a:t>CST</a:t>
            </a:r>
            <a:r>
              <a:rPr lang="ja-JP" altLang="en-US" sz="2400"/>
              <a:t>による推定量の誤差の最大値が量子ビット数に依存しない</a:t>
            </a:r>
            <a:endParaRPr lang="en-US" altLang="ja-JP" sz="2400" dirty="0"/>
          </a:p>
          <a:p>
            <a:pPr marL="0" indent="0">
              <a:buNone/>
            </a:pPr>
            <a:r>
              <a:rPr lang="ja-JP" altLang="en-US" sz="2400"/>
              <a:t>また</a:t>
            </a:r>
            <a:r>
              <a:rPr lang="en-US" altLang="ja-JP" sz="2400" dirty="0"/>
              <a:t>K</a:t>
            </a:r>
            <a:r>
              <a:rPr lang="ja-JP" altLang="en-US" sz="2400"/>
              <a:t>が大きくなると指数的に必要なショット数が増えることを確認する</a:t>
            </a:r>
            <a:endParaRPr lang="en-US" altLang="ja-JP" sz="2400" dirty="0"/>
          </a:p>
        </p:txBody>
      </p:sp>
      <p:sp>
        <p:nvSpPr>
          <p:cNvPr id="4" name="タイトル 1">
            <a:extLst>
              <a:ext uri="{FF2B5EF4-FFF2-40B4-BE49-F238E27FC236}">
                <a16:creationId xmlns:a16="http://schemas.microsoft.com/office/drawing/2014/main" id="{7CD78718-7532-D621-3015-8629CA6EAB1C}"/>
              </a:ext>
            </a:extLst>
          </p:cNvPr>
          <p:cNvSpPr>
            <a:spLocks noGrp="1"/>
          </p:cNvSpPr>
          <p:nvPr>
            <p:ph type="title"/>
          </p:nvPr>
        </p:nvSpPr>
        <p:spPr>
          <a:xfrm>
            <a:off x="0" y="216568"/>
            <a:ext cx="12270581" cy="777875"/>
          </a:xfrm>
        </p:spPr>
        <p:txBody>
          <a:bodyPr>
            <a:normAutofit/>
          </a:bodyPr>
          <a:lstStyle/>
          <a:p>
            <a:r>
              <a:rPr kumimoji="1" lang="en-US" altLang="ja-JP" sz="4000" dirty="0">
                <a:latin typeface="Arial" panose="020B0604020202020204" pitchFamily="34" charset="0"/>
                <a:cs typeface="Arial" panose="020B0604020202020204" pitchFamily="34" charset="0"/>
              </a:rPr>
              <a:t>2.1.1 GHZ</a:t>
            </a:r>
            <a:r>
              <a:rPr kumimoji="1" lang="ja-JP" altLang="en-US" sz="4000">
                <a:latin typeface="Arial" panose="020B0604020202020204" pitchFamily="34" charset="0"/>
                <a:cs typeface="Arial" panose="020B0604020202020204" pitchFamily="34" charset="0"/>
              </a:rPr>
              <a:t>状態の</a:t>
            </a:r>
            <a:r>
              <a:rPr kumimoji="1" lang="en-US" altLang="ja-JP" sz="4000" dirty="0">
                <a:latin typeface="Arial" panose="020B0604020202020204" pitchFamily="34" charset="0"/>
                <a:cs typeface="Arial" panose="020B0604020202020204" pitchFamily="34" charset="0"/>
              </a:rPr>
              <a:t>2-local Pauli</a:t>
            </a:r>
            <a:r>
              <a:rPr lang="ja-JP" altLang="en-US" sz="4000">
                <a:latin typeface="Arial" panose="020B0604020202020204" pitchFamily="34" charset="0"/>
                <a:cs typeface="Arial" panose="020B0604020202020204" pitchFamily="34" charset="0"/>
              </a:rPr>
              <a:t>の期待値推定</a:t>
            </a:r>
            <a:endParaRPr kumimoji="1" lang="ja-JP" altLang="en-US" sz="4000" b="1" dirty="0"/>
          </a:p>
        </p:txBody>
      </p:sp>
      <p:sp>
        <p:nvSpPr>
          <p:cNvPr id="5" name="正方形/長方形 4">
            <a:extLst>
              <a:ext uri="{FF2B5EF4-FFF2-40B4-BE49-F238E27FC236}">
                <a16:creationId xmlns:a16="http://schemas.microsoft.com/office/drawing/2014/main" id="{03D7B0C1-C3A2-D50E-9BCC-3E426B406E22}"/>
              </a:ext>
            </a:extLst>
          </p:cNvPr>
          <p:cNvSpPr/>
          <p:nvPr/>
        </p:nvSpPr>
        <p:spPr>
          <a:xfrm>
            <a:off x="10236821" y="0"/>
            <a:ext cx="1955179" cy="433137"/>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ja-JP" dirty="0"/>
              <a:t>Application</a:t>
            </a:r>
            <a:endParaRPr kumimoji="1" lang="ja-JP" altLang="en-US"/>
          </a:p>
        </p:txBody>
      </p:sp>
      <p:pic>
        <p:nvPicPr>
          <p:cNvPr id="7" name="図 6" descr="グラフィカル ユーザー インターフェイス&#10;&#10;AI 生成コンテンツは誤りを含む可能性があります。">
            <a:extLst>
              <a:ext uri="{FF2B5EF4-FFF2-40B4-BE49-F238E27FC236}">
                <a16:creationId xmlns:a16="http://schemas.microsoft.com/office/drawing/2014/main" id="{045393E5-7B57-4E6B-A0A8-789D8958AFAA}"/>
              </a:ext>
            </a:extLst>
          </p:cNvPr>
          <p:cNvPicPr>
            <a:picLocks noChangeAspect="1"/>
          </p:cNvPicPr>
          <p:nvPr/>
        </p:nvPicPr>
        <p:blipFill>
          <a:blip r:embed="rId2"/>
          <a:stretch>
            <a:fillRect/>
          </a:stretch>
        </p:blipFill>
        <p:spPr>
          <a:xfrm>
            <a:off x="235816" y="2377236"/>
            <a:ext cx="5860184" cy="1840657"/>
          </a:xfrm>
          <a:prstGeom prst="rect">
            <a:avLst/>
          </a:prstGeom>
        </p:spPr>
      </p:pic>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4AB25AA1-FD78-2E28-91B3-D98BBA892A87}"/>
                  </a:ext>
                </a:extLst>
              </p:cNvPr>
              <p:cNvSpPr txBox="1"/>
              <p:nvPr/>
            </p:nvSpPr>
            <p:spPr>
              <a:xfrm>
                <a:off x="8791572" y="3019875"/>
                <a:ext cx="2676389" cy="1569660"/>
              </a:xfrm>
              <a:prstGeom prst="rect">
                <a:avLst/>
              </a:prstGeom>
              <a:noFill/>
            </p:spPr>
            <p:txBody>
              <a:bodyPr wrap="square">
                <a:spAutoFit/>
              </a:bodyPr>
              <a:lstStyle/>
              <a:p>
                <a14:m>
                  <m:oMath xmlns:m="http://schemas.openxmlformats.org/officeDocument/2006/math">
                    <m:r>
                      <a:rPr kumimoji="1" lang="en-US" altLang="ja-JP" sz="2400" b="0" i="1" smtClean="0">
                        <a:latin typeface="Cambria Math" panose="02040503050406030204" pitchFamily="18" charset="0"/>
                        <a:ea typeface="Cambria Math" panose="02040503050406030204" pitchFamily="18" charset="0"/>
                      </a:rPr>
                      <m:t>𝑋</m:t>
                    </m:r>
                    <m:r>
                      <a:rPr kumimoji="1" lang="en-US" altLang="ja-JP" sz="2400" b="0" i="1" smtClean="0">
                        <a:latin typeface="Cambria Math" panose="02040503050406030204" pitchFamily="18" charset="0"/>
                        <a:ea typeface="Cambria Math" panose="02040503050406030204" pitchFamily="18" charset="0"/>
                      </a:rPr>
                      <m:t>⨂</m:t>
                    </m:r>
                    <m:r>
                      <a:rPr lang="en-US" altLang="ja-JP" sz="2400" i="1">
                        <a:latin typeface="Cambria Math" panose="02040503050406030204" pitchFamily="18" charset="0"/>
                        <a:ea typeface="Cambria Math" panose="02040503050406030204" pitchFamily="18" charset="0"/>
                      </a:rPr>
                      <m:t>𝑋</m:t>
                    </m:r>
                    <m:r>
                      <a:rPr lang="en-US" altLang="ja-JP" sz="2400" i="1">
                        <a:latin typeface="Cambria Math" panose="02040503050406030204" pitchFamily="18" charset="0"/>
                        <a:ea typeface="Cambria Math" panose="02040503050406030204" pitchFamily="18" charset="0"/>
                      </a:rPr>
                      <m:t>⨂</m:t>
                    </m:r>
                    <m:r>
                      <a:rPr lang="en-US" altLang="ja-JP" sz="2400" b="0" i="1" smtClean="0">
                        <a:latin typeface="Cambria Math" panose="02040503050406030204" pitchFamily="18" charset="0"/>
                        <a:ea typeface="Cambria Math" panose="02040503050406030204" pitchFamily="18" charset="0"/>
                      </a:rPr>
                      <m:t>𝐼</m:t>
                    </m:r>
                    <m:r>
                      <a:rPr kumimoji="1" lang="en-US" altLang="ja-JP" sz="2400" b="0" i="1" smtClean="0">
                        <a:latin typeface="Cambria Math" panose="02040503050406030204" pitchFamily="18" charset="0"/>
                        <a:ea typeface="Cambria Math" panose="02040503050406030204" pitchFamily="18" charset="0"/>
                      </a:rPr>
                      <m:t>⨂</m:t>
                    </m:r>
                    <m:r>
                      <a:rPr kumimoji="1" lang="en-US" altLang="ja-JP" sz="2400" b="0" i="1" smtClean="0">
                        <a:latin typeface="Cambria Math" panose="02040503050406030204" pitchFamily="18" charset="0"/>
                        <a:ea typeface="Cambria Math" panose="02040503050406030204" pitchFamily="18" charset="0"/>
                      </a:rPr>
                      <m:t>𝐼</m:t>
                    </m:r>
                    <m:r>
                      <a:rPr kumimoji="1" lang="en-US" altLang="ja-JP" sz="2400" b="0" i="1" smtClean="0">
                        <a:latin typeface="Cambria Math" panose="02040503050406030204" pitchFamily="18" charset="0"/>
                        <a:ea typeface="Cambria Math" panose="02040503050406030204" pitchFamily="18" charset="0"/>
                      </a:rPr>
                      <m:t> </m:t>
                    </m:r>
                  </m:oMath>
                </a14:m>
                <a:r>
                  <a:rPr kumimoji="1" lang="en-US" altLang="ja-JP" sz="2400" b="0" dirty="0">
                    <a:ea typeface="Cambria Math" panose="02040503050406030204" pitchFamily="18" charset="0"/>
                  </a:rPr>
                  <a:t> </a:t>
                </a:r>
              </a:p>
              <a:p>
                <a14:m>
                  <m:oMath xmlns:m="http://schemas.openxmlformats.org/officeDocument/2006/math">
                    <m:r>
                      <a:rPr lang="en-US" altLang="ja-JP" sz="2400" i="1">
                        <a:latin typeface="Cambria Math" panose="02040503050406030204" pitchFamily="18" charset="0"/>
                        <a:ea typeface="Cambria Math" panose="02040503050406030204" pitchFamily="18" charset="0"/>
                      </a:rPr>
                      <m:t>𝑋</m:t>
                    </m:r>
                    <m:r>
                      <a:rPr lang="en-US" altLang="ja-JP" sz="2400" i="1">
                        <a:latin typeface="Cambria Math" panose="02040503050406030204" pitchFamily="18" charset="0"/>
                        <a:ea typeface="Cambria Math" panose="02040503050406030204" pitchFamily="18" charset="0"/>
                      </a:rPr>
                      <m:t>⨂</m:t>
                    </m:r>
                    <m:r>
                      <a:rPr lang="en-US" altLang="ja-JP" sz="2400" b="0" i="1" smtClean="0">
                        <a:latin typeface="Cambria Math" panose="02040503050406030204" pitchFamily="18" charset="0"/>
                        <a:ea typeface="Cambria Math" panose="02040503050406030204" pitchFamily="18" charset="0"/>
                      </a:rPr>
                      <m:t>𝐼</m:t>
                    </m:r>
                    <m:r>
                      <a:rPr lang="en-US" altLang="ja-JP" sz="2400" i="1">
                        <a:latin typeface="Cambria Math" panose="02040503050406030204" pitchFamily="18" charset="0"/>
                        <a:ea typeface="Cambria Math" panose="02040503050406030204" pitchFamily="18" charset="0"/>
                      </a:rPr>
                      <m:t>⨂</m:t>
                    </m:r>
                    <m:r>
                      <a:rPr lang="en-US" altLang="ja-JP" sz="2400" b="0" i="1" smtClean="0">
                        <a:latin typeface="Cambria Math" panose="02040503050406030204" pitchFamily="18" charset="0"/>
                        <a:ea typeface="Cambria Math" panose="02040503050406030204" pitchFamily="18" charset="0"/>
                      </a:rPr>
                      <m:t>𝑋</m:t>
                    </m:r>
                    <m:r>
                      <a:rPr lang="en-US" altLang="ja-JP" sz="2400" i="1">
                        <a:latin typeface="Cambria Math" panose="02040503050406030204" pitchFamily="18" charset="0"/>
                        <a:ea typeface="Cambria Math" panose="02040503050406030204" pitchFamily="18" charset="0"/>
                      </a:rPr>
                      <m:t>⨂</m:t>
                    </m:r>
                    <m:r>
                      <a:rPr lang="en-US" altLang="ja-JP" sz="2400" i="1">
                        <a:latin typeface="Cambria Math" panose="02040503050406030204" pitchFamily="18" charset="0"/>
                        <a:ea typeface="Cambria Math" panose="02040503050406030204" pitchFamily="18" charset="0"/>
                      </a:rPr>
                      <m:t>𝐼</m:t>
                    </m:r>
                    <m:r>
                      <a:rPr lang="en-US" altLang="ja-JP" sz="2400" i="1">
                        <a:latin typeface="Cambria Math" panose="02040503050406030204" pitchFamily="18" charset="0"/>
                        <a:ea typeface="Cambria Math" panose="02040503050406030204" pitchFamily="18" charset="0"/>
                      </a:rPr>
                      <m:t> </m:t>
                    </m:r>
                  </m:oMath>
                </a14:m>
                <a:r>
                  <a:rPr lang="en-US" altLang="ja-JP" sz="2400" dirty="0"/>
                  <a:t> </a:t>
                </a:r>
                <a:endParaRPr lang="ja-JP" altLang="en-US" sz="2400"/>
              </a:p>
              <a:p>
                <a14:m>
                  <m:oMath xmlns:m="http://schemas.openxmlformats.org/officeDocument/2006/math">
                    <m:r>
                      <a:rPr lang="en-US" altLang="ja-JP" sz="2400" i="1">
                        <a:latin typeface="Cambria Math" panose="02040503050406030204" pitchFamily="18" charset="0"/>
                        <a:ea typeface="Cambria Math" panose="02040503050406030204" pitchFamily="18" charset="0"/>
                      </a:rPr>
                      <m:t>𝑋</m:t>
                    </m:r>
                    <m:r>
                      <a:rPr lang="en-US" altLang="ja-JP" sz="2400" i="1">
                        <a:latin typeface="Cambria Math" panose="02040503050406030204" pitchFamily="18" charset="0"/>
                        <a:ea typeface="Cambria Math" panose="02040503050406030204" pitchFamily="18" charset="0"/>
                      </a:rPr>
                      <m:t>⨂</m:t>
                    </m:r>
                    <m:r>
                      <a:rPr lang="en-US" altLang="ja-JP" sz="2400" b="0" i="1" smtClean="0">
                        <a:latin typeface="Cambria Math" panose="02040503050406030204" pitchFamily="18" charset="0"/>
                        <a:ea typeface="Cambria Math" panose="02040503050406030204" pitchFamily="18" charset="0"/>
                      </a:rPr>
                      <m:t>𝐼</m:t>
                    </m:r>
                    <m:r>
                      <a:rPr lang="en-US" altLang="ja-JP" sz="2400" i="1">
                        <a:latin typeface="Cambria Math" panose="02040503050406030204" pitchFamily="18" charset="0"/>
                        <a:ea typeface="Cambria Math" panose="02040503050406030204" pitchFamily="18" charset="0"/>
                      </a:rPr>
                      <m:t>⨂</m:t>
                    </m:r>
                    <m:r>
                      <a:rPr lang="en-US" altLang="ja-JP" sz="2400" b="0" i="1" smtClean="0">
                        <a:latin typeface="Cambria Math" panose="02040503050406030204" pitchFamily="18" charset="0"/>
                        <a:ea typeface="Cambria Math" panose="02040503050406030204" pitchFamily="18" charset="0"/>
                      </a:rPr>
                      <m:t>𝑌</m:t>
                    </m:r>
                    <m:r>
                      <a:rPr lang="en-US" altLang="ja-JP" sz="2400" i="1">
                        <a:latin typeface="Cambria Math" panose="02040503050406030204" pitchFamily="18" charset="0"/>
                        <a:ea typeface="Cambria Math" panose="02040503050406030204" pitchFamily="18" charset="0"/>
                      </a:rPr>
                      <m:t>⨂</m:t>
                    </m:r>
                    <m:r>
                      <a:rPr lang="en-US" altLang="ja-JP" sz="2400" i="1">
                        <a:latin typeface="Cambria Math" panose="02040503050406030204" pitchFamily="18" charset="0"/>
                        <a:ea typeface="Cambria Math" panose="02040503050406030204" pitchFamily="18" charset="0"/>
                      </a:rPr>
                      <m:t>𝐼</m:t>
                    </m:r>
                    <m:r>
                      <a:rPr lang="en-US" altLang="ja-JP" sz="2400" i="1">
                        <a:latin typeface="Cambria Math" panose="02040503050406030204" pitchFamily="18" charset="0"/>
                        <a:ea typeface="Cambria Math" panose="02040503050406030204" pitchFamily="18" charset="0"/>
                      </a:rPr>
                      <m:t> </m:t>
                    </m:r>
                  </m:oMath>
                </a14:m>
                <a:r>
                  <a:rPr lang="en-US" altLang="ja-JP" sz="2400" dirty="0"/>
                  <a:t> </a:t>
                </a:r>
                <a:endParaRPr lang="ja-JP" altLang="en-US" sz="2400"/>
              </a:p>
              <a:p>
                <a14:m>
                  <m:oMath xmlns:m="http://schemas.openxmlformats.org/officeDocument/2006/math">
                    <m:r>
                      <a:rPr lang="en-US" altLang="ja-JP" sz="2400" b="0" i="1" smtClean="0">
                        <a:latin typeface="Cambria Math" panose="02040503050406030204" pitchFamily="18" charset="0"/>
                        <a:ea typeface="Cambria Math" panose="02040503050406030204" pitchFamily="18" charset="0"/>
                      </a:rPr>
                      <m:t>𝑌</m:t>
                    </m:r>
                    <m:r>
                      <a:rPr lang="en-US" altLang="ja-JP" sz="2400" i="1">
                        <a:latin typeface="Cambria Math" panose="02040503050406030204" pitchFamily="18" charset="0"/>
                        <a:ea typeface="Cambria Math" panose="02040503050406030204" pitchFamily="18" charset="0"/>
                      </a:rPr>
                      <m:t>⨂</m:t>
                    </m:r>
                    <m:r>
                      <a:rPr lang="en-US" altLang="ja-JP" sz="2400" b="0" i="1" smtClean="0">
                        <a:latin typeface="Cambria Math" panose="02040503050406030204" pitchFamily="18" charset="0"/>
                        <a:ea typeface="Cambria Math" panose="02040503050406030204" pitchFamily="18" charset="0"/>
                      </a:rPr>
                      <m:t>𝐼</m:t>
                    </m:r>
                    <m:r>
                      <a:rPr lang="en-US" altLang="ja-JP" sz="2400" i="1">
                        <a:latin typeface="Cambria Math" panose="02040503050406030204" pitchFamily="18" charset="0"/>
                        <a:ea typeface="Cambria Math" panose="02040503050406030204" pitchFamily="18" charset="0"/>
                      </a:rPr>
                      <m:t>⨂</m:t>
                    </m:r>
                    <m:r>
                      <a:rPr lang="en-US" altLang="ja-JP" sz="2400" b="0" i="1" smtClean="0">
                        <a:latin typeface="Cambria Math" panose="02040503050406030204" pitchFamily="18" charset="0"/>
                        <a:ea typeface="Cambria Math" panose="02040503050406030204" pitchFamily="18" charset="0"/>
                      </a:rPr>
                      <m:t>𝐼</m:t>
                    </m:r>
                    <m:r>
                      <a:rPr lang="en-US" altLang="ja-JP" sz="2400" i="1">
                        <a:latin typeface="Cambria Math" panose="02040503050406030204" pitchFamily="18" charset="0"/>
                        <a:ea typeface="Cambria Math" panose="02040503050406030204" pitchFamily="18" charset="0"/>
                      </a:rPr>
                      <m:t>⨂</m:t>
                    </m:r>
                    <m:r>
                      <a:rPr lang="en-US" altLang="ja-JP" sz="2400" b="0" i="1" smtClean="0">
                        <a:latin typeface="Cambria Math" panose="02040503050406030204" pitchFamily="18" charset="0"/>
                        <a:ea typeface="Cambria Math" panose="02040503050406030204" pitchFamily="18" charset="0"/>
                      </a:rPr>
                      <m:t>𝑍</m:t>
                    </m:r>
                    <m:r>
                      <a:rPr lang="en-US" altLang="ja-JP" sz="2400" b="0" i="1" smtClean="0">
                        <a:latin typeface="Cambria Math" panose="02040503050406030204" pitchFamily="18" charset="0"/>
                        <a:ea typeface="Cambria Math" panose="02040503050406030204" pitchFamily="18" charset="0"/>
                      </a:rPr>
                      <m:t>,  …</m:t>
                    </m:r>
                  </m:oMath>
                </a14:m>
                <a:r>
                  <a:rPr lang="en-US" altLang="ja-JP" sz="2400" dirty="0"/>
                  <a:t> </a:t>
                </a:r>
                <a:endParaRPr lang="ja-JP" altLang="en-US" sz="2400"/>
              </a:p>
            </p:txBody>
          </p:sp>
        </mc:Choice>
        <mc:Fallback xmlns="">
          <p:sp>
            <p:nvSpPr>
              <p:cNvPr id="9" name="テキスト ボックス 8">
                <a:extLst>
                  <a:ext uri="{FF2B5EF4-FFF2-40B4-BE49-F238E27FC236}">
                    <a16:creationId xmlns:a16="http://schemas.microsoft.com/office/drawing/2014/main" id="{4AB25AA1-FD78-2E28-91B3-D98BBA892A87}"/>
                  </a:ext>
                </a:extLst>
              </p:cNvPr>
              <p:cNvSpPr txBox="1">
                <a:spLocks noRot="1" noChangeAspect="1" noMove="1" noResize="1" noEditPoints="1" noAdjustHandles="1" noChangeArrowheads="1" noChangeShapeType="1" noTextEdit="1"/>
              </p:cNvSpPr>
              <p:nvPr/>
            </p:nvSpPr>
            <p:spPr>
              <a:xfrm>
                <a:off x="8791572" y="3019875"/>
                <a:ext cx="2676389" cy="1569660"/>
              </a:xfrm>
              <a:prstGeom prst="rect">
                <a:avLst/>
              </a:prstGeom>
              <a:blipFill>
                <a:blip r:embed="rId3"/>
                <a:stretch>
                  <a:fillRect l="-47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0B6DD5DE-D0FA-38DA-B208-E936A1ABF4D9}"/>
                  </a:ext>
                </a:extLst>
              </p:cNvPr>
              <p:cNvSpPr txBox="1"/>
              <p:nvPr/>
            </p:nvSpPr>
            <p:spPr>
              <a:xfrm>
                <a:off x="6772411" y="2479733"/>
                <a:ext cx="4979228" cy="461665"/>
              </a:xfrm>
              <a:prstGeom prst="rect">
                <a:avLst/>
              </a:prstGeom>
              <a:noFill/>
            </p:spPr>
            <p:txBody>
              <a:bodyPr wrap="square">
                <a:spAutoFit/>
              </a:bodyPr>
              <a:lstStyle/>
              <a:p>
                <a14:m>
                  <m:oMath xmlns:m="http://schemas.openxmlformats.org/officeDocument/2006/math">
                    <m:r>
                      <a:rPr kumimoji="1" lang="en-US" altLang="ja-JP" sz="2400" b="0" i="1" smtClean="0">
                        <a:latin typeface="Cambria Math" panose="02040503050406030204" pitchFamily="18" charset="0"/>
                        <a:ea typeface="Cambria Math" panose="02040503050406030204" pitchFamily="18" charset="0"/>
                      </a:rPr>
                      <m:t>4</m:t>
                    </m:r>
                  </m:oMath>
                </a14:m>
                <a:r>
                  <a:rPr lang="ja-JP" altLang="en-US" sz="2400"/>
                  <a:t>量子ビットの場合の</a:t>
                </a:r>
                <a:r>
                  <a:rPr lang="en-US" altLang="ja-JP" sz="2400" dirty="0"/>
                  <a:t>2-local Pauli</a:t>
                </a:r>
                <a:endParaRPr lang="ja-JP" altLang="en-US" sz="2400"/>
              </a:p>
            </p:txBody>
          </p:sp>
        </mc:Choice>
        <mc:Fallback xmlns="">
          <p:sp>
            <p:nvSpPr>
              <p:cNvPr id="10" name="テキスト ボックス 9">
                <a:extLst>
                  <a:ext uri="{FF2B5EF4-FFF2-40B4-BE49-F238E27FC236}">
                    <a16:creationId xmlns:a16="http://schemas.microsoft.com/office/drawing/2014/main" id="{0B6DD5DE-D0FA-38DA-B208-E936A1ABF4D9}"/>
                  </a:ext>
                </a:extLst>
              </p:cNvPr>
              <p:cNvSpPr txBox="1">
                <a:spLocks noRot="1" noChangeAspect="1" noMove="1" noResize="1" noEditPoints="1" noAdjustHandles="1" noChangeArrowheads="1" noChangeShapeType="1" noTextEdit="1"/>
              </p:cNvSpPr>
              <p:nvPr/>
            </p:nvSpPr>
            <p:spPr>
              <a:xfrm>
                <a:off x="6772411" y="2479733"/>
                <a:ext cx="4979228" cy="461665"/>
              </a:xfrm>
              <a:prstGeom prst="rect">
                <a:avLst/>
              </a:prstGeom>
              <a:blipFill>
                <a:blip r:embed="rId4"/>
                <a:stretch>
                  <a:fillRect l="-254" t="-10811" b="-29730"/>
                </a:stretch>
              </a:blipFill>
            </p:spPr>
            <p:txBody>
              <a:bodyPr/>
              <a:lstStyle/>
              <a:p>
                <a:r>
                  <a:rPr lang="ja-JP" altLang="en-US">
                    <a:noFill/>
                  </a:rPr>
                  <a:t> </a:t>
                </a:r>
              </a:p>
            </p:txBody>
          </p:sp>
        </mc:Fallback>
      </mc:AlternateContent>
      <p:sp>
        <p:nvSpPr>
          <p:cNvPr id="15" name="テキスト ボックス 14">
            <a:extLst>
              <a:ext uri="{FF2B5EF4-FFF2-40B4-BE49-F238E27FC236}">
                <a16:creationId xmlns:a16="http://schemas.microsoft.com/office/drawing/2014/main" id="{D905163C-F8E3-2079-03F3-1967BC33FE6E}"/>
              </a:ext>
            </a:extLst>
          </p:cNvPr>
          <p:cNvSpPr txBox="1"/>
          <p:nvPr/>
        </p:nvSpPr>
        <p:spPr>
          <a:xfrm>
            <a:off x="387902" y="4822414"/>
            <a:ext cx="5309982" cy="1200329"/>
          </a:xfrm>
          <a:prstGeom prst="rect">
            <a:avLst/>
          </a:prstGeom>
          <a:noFill/>
        </p:spPr>
        <p:txBody>
          <a:bodyPr wrap="square">
            <a:spAutoFit/>
          </a:bodyPr>
          <a:lstStyle/>
          <a:p>
            <a:pPr algn="just"/>
            <a:r>
              <a:rPr lang="ja-JP" altLang="en-US" sz="2400"/>
              <a:t>任意の</a:t>
            </a:r>
            <a:r>
              <a:rPr lang="en-US" altLang="ja-JP" sz="2400" dirty="0"/>
              <a:t>2-local Pauli</a:t>
            </a:r>
            <a:r>
              <a:rPr lang="ja-JP" altLang="en-US" sz="2400"/>
              <a:t>の期待値推定を行い、</a:t>
            </a:r>
            <a:r>
              <a:rPr lang="en-US" altLang="ja-JP" sz="2400" dirty="0"/>
              <a:t>CST</a:t>
            </a:r>
            <a:r>
              <a:rPr lang="ja-JP" altLang="en-US" sz="2400"/>
              <a:t>がより効率的に</a:t>
            </a:r>
            <a:r>
              <a:rPr lang="en-US" altLang="ja-JP" sz="2400" dirty="0"/>
              <a:t>2-local Pauli</a:t>
            </a:r>
            <a:r>
              <a:rPr lang="ja-JP" altLang="en-US" sz="2400"/>
              <a:t>の期待値を推定できることを示す</a:t>
            </a:r>
            <a:endParaRPr lang="en-US" altLang="ja-JP" sz="2400" dirty="0"/>
          </a:p>
        </p:txBody>
      </p:sp>
      <p:sp>
        <p:nvSpPr>
          <p:cNvPr id="17" name="テキスト ボックス 16">
            <a:extLst>
              <a:ext uri="{FF2B5EF4-FFF2-40B4-BE49-F238E27FC236}">
                <a16:creationId xmlns:a16="http://schemas.microsoft.com/office/drawing/2014/main" id="{DB471FB0-25A1-137B-CD0C-FFE84B287DB5}"/>
              </a:ext>
            </a:extLst>
          </p:cNvPr>
          <p:cNvSpPr txBox="1"/>
          <p:nvPr/>
        </p:nvSpPr>
        <p:spPr>
          <a:xfrm>
            <a:off x="510759" y="1435421"/>
            <a:ext cx="6261652" cy="461665"/>
          </a:xfrm>
          <a:prstGeom prst="rect">
            <a:avLst/>
          </a:prstGeom>
          <a:noFill/>
        </p:spPr>
        <p:txBody>
          <a:bodyPr wrap="square">
            <a:spAutoFit/>
          </a:bodyPr>
          <a:lstStyle/>
          <a:p>
            <a:pPr algn="just"/>
            <a:r>
              <a:rPr kumimoji="1" lang="en-US" altLang="ja-JP" sz="2400" b="1" dirty="0"/>
              <a:t>CST</a:t>
            </a:r>
            <a:r>
              <a:rPr lang="ja-JP" altLang="en-US" sz="2400" b="1"/>
              <a:t>と</a:t>
            </a:r>
            <a:r>
              <a:rPr lang="en-US" altLang="ja-JP" sz="2400" b="1" dirty="0"/>
              <a:t>Naïve method</a:t>
            </a:r>
            <a:r>
              <a:rPr lang="ja-JP" altLang="en-US" sz="2400" b="1"/>
              <a:t>の比較</a:t>
            </a:r>
            <a:endParaRPr lang="en-US" altLang="ja-JP" sz="2400" b="1" dirty="0"/>
          </a:p>
        </p:txBody>
      </p:sp>
      <p:sp>
        <p:nvSpPr>
          <p:cNvPr id="19" name="テキスト ボックス 18">
            <a:extLst>
              <a:ext uri="{FF2B5EF4-FFF2-40B4-BE49-F238E27FC236}">
                <a16:creationId xmlns:a16="http://schemas.microsoft.com/office/drawing/2014/main" id="{16F5A262-CE1C-55D0-20D9-4F1CDE63A23C}"/>
              </a:ext>
            </a:extLst>
          </p:cNvPr>
          <p:cNvSpPr txBox="1"/>
          <p:nvPr/>
        </p:nvSpPr>
        <p:spPr>
          <a:xfrm>
            <a:off x="6932729" y="1403013"/>
            <a:ext cx="4818910" cy="830997"/>
          </a:xfrm>
          <a:prstGeom prst="rect">
            <a:avLst/>
          </a:prstGeom>
          <a:noFill/>
        </p:spPr>
        <p:txBody>
          <a:bodyPr wrap="square">
            <a:spAutoFit/>
          </a:bodyPr>
          <a:lstStyle/>
          <a:p>
            <a:r>
              <a:rPr lang="en-US" altLang="ja-JP" sz="2400" b="1" dirty="0"/>
              <a:t>CST</a:t>
            </a:r>
            <a:r>
              <a:rPr lang="ja-JP" altLang="en-US" sz="2400" b="1"/>
              <a:t>推定分散と量子ビット数・</a:t>
            </a:r>
            <a:r>
              <a:rPr lang="en-US" altLang="ja-JP" sz="2400" b="1" dirty="0"/>
              <a:t>Locality</a:t>
            </a:r>
            <a:r>
              <a:rPr lang="ja-JP" altLang="en-US" sz="2400" b="1"/>
              <a:t>の依存性を確認</a:t>
            </a:r>
            <a:endParaRPr lang="en-US" altLang="ja-JP" sz="2400" b="1" dirty="0"/>
          </a:p>
        </p:txBody>
      </p:sp>
      <p:cxnSp>
        <p:nvCxnSpPr>
          <p:cNvPr id="21" name="直線コネクタ 20">
            <a:extLst>
              <a:ext uri="{FF2B5EF4-FFF2-40B4-BE49-F238E27FC236}">
                <a16:creationId xmlns:a16="http://schemas.microsoft.com/office/drawing/2014/main" id="{BD00D09D-B7D7-417D-3E09-6B99EA82ABBF}"/>
              </a:ext>
            </a:extLst>
          </p:cNvPr>
          <p:cNvCxnSpPr>
            <a:cxnSpLocks/>
          </p:cNvCxnSpPr>
          <p:nvPr/>
        </p:nvCxnSpPr>
        <p:spPr>
          <a:xfrm>
            <a:off x="6379178" y="1435421"/>
            <a:ext cx="0" cy="5088835"/>
          </a:xfrm>
          <a:prstGeom prst="line">
            <a:avLst/>
          </a:prstGeom>
          <a:ln>
            <a:prstDash val="sysDot"/>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2085764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25FBE12-C50A-F2AA-6EBD-3EC1D06E5EC7}"/>
              </a:ext>
            </a:extLst>
          </p:cNvPr>
          <p:cNvSpPr>
            <a:spLocks noGrp="1"/>
          </p:cNvSpPr>
          <p:nvPr>
            <p:ph type="title"/>
          </p:nvPr>
        </p:nvSpPr>
        <p:spPr>
          <a:xfrm>
            <a:off x="0" y="66929"/>
            <a:ext cx="11353800" cy="708301"/>
          </a:xfrm>
        </p:spPr>
        <p:txBody>
          <a:bodyPr>
            <a:normAutofit/>
          </a:bodyPr>
          <a:lstStyle/>
          <a:p>
            <a:r>
              <a:rPr lang="en-US" altLang="ja-JP" sz="4000" dirty="0">
                <a:latin typeface="Arial" panose="020B0604020202020204" pitchFamily="34" charset="0"/>
                <a:cs typeface="Arial" panose="020B0604020202020204" pitchFamily="34" charset="0"/>
              </a:rPr>
              <a:t>2.1.2 GHZ</a:t>
            </a:r>
            <a:r>
              <a:rPr lang="ja-JP" altLang="en-US" sz="4000">
                <a:latin typeface="Arial" panose="020B0604020202020204" pitchFamily="34" charset="0"/>
                <a:cs typeface="Arial" panose="020B0604020202020204" pitchFamily="34" charset="0"/>
              </a:rPr>
              <a:t>状態の</a:t>
            </a:r>
            <a:r>
              <a:rPr lang="en-US" altLang="ja-JP" sz="4000" dirty="0">
                <a:latin typeface="Arial" panose="020B0604020202020204" pitchFamily="34" charset="0"/>
                <a:cs typeface="Arial" panose="020B0604020202020204" pitchFamily="34" charset="0"/>
              </a:rPr>
              <a:t>2-local Pauli</a:t>
            </a:r>
            <a:r>
              <a:rPr lang="ja-JP" altLang="en-US" sz="4000">
                <a:latin typeface="Arial" panose="020B0604020202020204" pitchFamily="34" charset="0"/>
                <a:cs typeface="Arial" panose="020B0604020202020204" pitchFamily="34" charset="0"/>
              </a:rPr>
              <a:t>の期待値推定</a:t>
            </a:r>
            <a:endParaRPr kumimoji="1" lang="ja-JP" altLang="en-US" sz="4000"/>
          </a:p>
        </p:txBody>
      </p:sp>
      <p:sp>
        <p:nvSpPr>
          <p:cNvPr id="3" name="コンテンツ プレースホルダー 2">
            <a:extLst>
              <a:ext uri="{FF2B5EF4-FFF2-40B4-BE49-F238E27FC236}">
                <a16:creationId xmlns:a16="http://schemas.microsoft.com/office/drawing/2014/main" id="{5378B39A-834E-FD84-96DD-4766A7939C9D}"/>
              </a:ext>
            </a:extLst>
          </p:cNvPr>
          <p:cNvSpPr>
            <a:spLocks noGrp="1"/>
          </p:cNvSpPr>
          <p:nvPr>
            <p:ph idx="1"/>
          </p:nvPr>
        </p:nvSpPr>
        <p:spPr>
          <a:xfrm>
            <a:off x="6705600" y="5432688"/>
            <a:ext cx="5008978" cy="1300163"/>
          </a:xfrm>
        </p:spPr>
        <p:txBody>
          <a:bodyPr>
            <a:normAutofit/>
          </a:bodyPr>
          <a:lstStyle/>
          <a:p>
            <a:r>
              <a:rPr kumimoji="1" lang="ja-JP" altLang="en-US" sz="2400"/>
              <a:t>量子ビット数によらず、</a:t>
            </a:r>
            <a:r>
              <a:rPr kumimoji="1" lang="en-US" altLang="ja-JP" sz="2400" dirty="0"/>
              <a:t>2-local</a:t>
            </a:r>
            <a:r>
              <a:rPr lang="en-US" altLang="ja-JP" sz="2400" dirty="0"/>
              <a:t> Pauli</a:t>
            </a:r>
            <a:r>
              <a:rPr lang="ja-JP" altLang="en-US" sz="2400"/>
              <a:t>の期待値の推定分散の最大値が変わらない</a:t>
            </a:r>
            <a:endParaRPr kumimoji="1" lang="ja-JP" altLang="en-US" sz="2400"/>
          </a:p>
        </p:txBody>
      </p:sp>
      <p:sp>
        <p:nvSpPr>
          <p:cNvPr id="4" name="正方形/長方形 3">
            <a:extLst>
              <a:ext uri="{FF2B5EF4-FFF2-40B4-BE49-F238E27FC236}">
                <a16:creationId xmlns:a16="http://schemas.microsoft.com/office/drawing/2014/main" id="{A4DE3737-5736-3655-B4A1-2E03B1A897EB}"/>
              </a:ext>
            </a:extLst>
          </p:cNvPr>
          <p:cNvSpPr/>
          <p:nvPr/>
        </p:nvSpPr>
        <p:spPr>
          <a:xfrm>
            <a:off x="10140569" y="0"/>
            <a:ext cx="1955179" cy="433137"/>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ja-JP" dirty="0"/>
              <a:t>Results</a:t>
            </a:r>
            <a:endParaRPr kumimoji="1" lang="ja-JP" altLang="en-US"/>
          </a:p>
        </p:txBody>
      </p:sp>
      <p:pic>
        <p:nvPicPr>
          <p:cNvPr id="5122" name="Picture 2">
            <a:extLst>
              <a:ext uri="{FF2B5EF4-FFF2-40B4-BE49-F238E27FC236}">
                <a16:creationId xmlns:a16="http://schemas.microsoft.com/office/drawing/2014/main" id="{BEF1C9E6-DEE7-660A-09C0-82BCFC94AB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47108" y="1714500"/>
            <a:ext cx="4525962" cy="3429000"/>
          </a:xfrm>
          <a:prstGeom prst="rect">
            <a:avLst/>
          </a:prstGeom>
          <a:noFill/>
          <a:extLst>
            <a:ext uri="{909E8E84-426E-40DD-AFC4-6F175D3DCCD1}">
              <a14:hiddenFill xmlns:a14="http://schemas.microsoft.com/office/drawing/2010/main">
                <a:solidFill>
                  <a:srgbClr val="FFFFFF"/>
                </a:solidFill>
              </a14:hiddenFill>
            </a:ext>
          </a:extLst>
        </p:spPr>
      </p:pic>
      <p:sp>
        <p:nvSpPr>
          <p:cNvPr id="6" name="テキスト ボックス 5">
            <a:extLst>
              <a:ext uri="{FF2B5EF4-FFF2-40B4-BE49-F238E27FC236}">
                <a16:creationId xmlns:a16="http://schemas.microsoft.com/office/drawing/2014/main" id="{B4B29D43-A9AF-334C-06FA-BD06D8777F6B}"/>
              </a:ext>
            </a:extLst>
          </p:cNvPr>
          <p:cNvSpPr txBox="1"/>
          <p:nvPr/>
        </p:nvSpPr>
        <p:spPr>
          <a:xfrm>
            <a:off x="8557592" y="4958834"/>
            <a:ext cx="1712842" cy="369332"/>
          </a:xfrm>
          <a:prstGeom prst="rect">
            <a:avLst/>
          </a:prstGeom>
          <a:solidFill>
            <a:schemeClr val="bg1"/>
          </a:solidFill>
        </p:spPr>
        <p:txBody>
          <a:bodyPr wrap="square">
            <a:spAutoFit/>
          </a:bodyPr>
          <a:lstStyle/>
          <a:p>
            <a:r>
              <a:rPr kumimoji="1" lang="ja-JP" altLang="en-US"/>
              <a:t>量子ビット数</a:t>
            </a:r>
            <a:endParaRPr lang="ja-JP" altLang="en-US"/>
          </a:p>
        </p:txBody>
      </p:sp>
      <p:sp>
        <p:nvSpPr>
          <p:cNvPr id="7" name="テキスト ボックス 6">
            <a:extLst>
              <a:ext uri="{FF2B5EF4-FFF2-40B4-BE49-F238E27FC236}">
                <a16:creationId xmlns:a16="http://schemas.microsoft.com/office/drawing/2014/main" id="{E138FE9E-48F9-F145-4184-886773E8D28C}"/>
              </a:ext>
            </a:extLst>
          </p:cNvPr>
          <p:cNvSpPr txBox="1"/>
          <p:nvPr/>
        </p:nvSpPr>
        <p:spPr>
          <a:xfrm rot="16200000">
            <a:off x="5833370" y="2840045"/>
            <a:ext cx="2233208" cy="369332"/>
          </a:xfrm>
          <a:prstGeom prst="rect">
            <a:avLst/>
          </a:prstGeom>
          <a:solidFill>
            <a:schemeClr val="bg1"/>
          </a:solidFill>
        </p:spPr>
        <p:txBody>
          <a:bodyPr wrap="square">
            <a:spAutoFit/>
          </a:bodyPr>
          <a:lstStyle/>
          <a:p>
            <a:r>
              <a:rPr lang="ja-JP" altLang="en-US"/>
              <a:t>推定分散の最大値</a:t>
            </a:r>
          </a:p>
        </p:txBody>
      </p:sp>
      <p:sp>
        <p:nvSpPr>
          <p:cNvPr id="9" name="テキスト ボックス 8">
            <a:extLst>
              <a:ext uri="{FF2B5EF4-FFF2-40B4-BE49-F238E27FC236}">
                <a16:creationId xmlns:a16="http://schemas.microsoft.com/office/drawing/2014/main" id="{6DFD1E00-9B13-7725-C6C5-D760A272091F}"/>
              </a:ext>
            </a:extLst>
          </p:cNvPr>
          <p:cNvSpPr txBox="1"/>
          <p:nvPr/>
        </p:nvSpPr>
        <p:spPr>
          <a:xfrm>
            <a:off x="7368208" y="818250"/>
            <a:ext cx="4621696" cy="830997"/>
          </a:xfrm>
          <a:prstGeom prst="rect">
            <a:avLst/>
          </a:prstGeom>
          <a:noFill/>
        </p:spPr>
        <p:txBody>
          <a:bodyPr wrap="square">
            <a:spAutoFit/>
          </a:bodyPr>
          <a:lstStyle/>
          <a:p>
            <a:r>
              <a:rPr lang="en-US" altLang="ja-JP" sz="2400" b="1" dirty="0"/>
              <a:t>CST</a:t>
            </a:r>
            <a:r>
              <a:rPr lang="ja-JP" altLang="en-US" sz="2400" b="1"/>
              <a:t>推定分散と量子ビット数・</a:t>
            </a:r>
            <a:r>
              <a:rPr lang="en-US" altLang="ja-JP" sz="2400" b="1" dirty="0"/>
              <a:t>Locality</a:t>
            </a:r>
            <a:r>
              <a:rPr lang="ja-JP" altLang="en-US" sz="2400" b="1"/>
              <a:t>の依存性を確認</a:t>
            </a:r>
            <a:endParaRPr lang="en-US" altLang="ja-JP" sz="2400" b="1" dirty="0"/>
          </a:p>
        </p:txBody>
      </p:sp>
      <p:sp>
        <p:nvSpPr>
          <p:cNvPr id="10" name="テキスト ボックス 9">
            <a:extLst>
              <a:ext uri="{FF2B5EF4-FFF2-40B4-BE49-F238E27FC236}">
                <a16:creationId xmlns:a16="http://schemas.microsoft.com/office/drawing/2014/main" id="{6990D75E-2E6F-F401-EE05-52DEAC6E4CDB}"/>
              </a:ext>
            </a:extLst>
          </p:cNvPr>
          <p:cNvSpPr txBox="1"/>
          <p:nvPr/>
        </p:nvSpPr>
        <p:spPr>
          <a:xfrm>
            <a:off x="503656" y="905921"/>
            <a:ext cx="6261652" cy="461665"/>
          </a:xfrm>
          <a:prstGeom prst="rect">
            <a:avLst/>
          </a:prstGeom>
          <a:noFill/>
        </p:spPr>
        <p:txBody>
          <a:bodyPr wrap="square">
            <a:spAutoFit/>
          </a:bodyPr>
          <a:lstStyle/>
          <a:p>
            <a:pPr algn="just"/>
            <a:r>
              <a:rPr kumimoji="1" lang="en-US" altLang="ja-JP" sz="2400" b="1" dirty="0"/>
              <a:t>CST</a:t>
            </a:r>
            <a:r>
              <a:rPr lang="ja-JP" altLang="en-US" sz="2400" b="1"/>
              <a:t>と</a:t>
            </a:r>
            <a:r>
              <a:rPr lang="en-US" altLang="ja-JP" sz="2400" b="1" dirty="0"/>
              <a:t>Naïve method</a:t>
            </a:r>
            <a:r>
              <a:rPr lang="ja-JP" altLang="en-US" sz="2400" b="1"/>
              <a:t>の比較</a:t>
            </a:r>
            <a:endParaRPr lang="en-US" altLang="ja-JP" sz="2400" b="1" dirty="0"/>
          </a:p>
        </p:txBody>
      </p:sp>
      <p:sp>
        <p:nvSpPr>
          <p:cNvPr id="11" name="コンテンツ プレースホルダー 2">
            <a:extLst>
              <a:ext uri="{FF2B5EF4-FFF2-40B4-BE49-F238E27FC236}">
                <a16:creationId xmlns:a16="http://schemas.microsoft.com/office/drawing/2014/main" id="{21CDD127-B29E-9833-11E2-A88F4FCE27FB}"/>
              </a:ext>
            </a:extLst>
          </p:cNvPr>
          <p:cNvSpPr txBox="1">
            <a:spLocks/>
          </p:cNvSpPr>
          <p:nvPr/>
        </p:nvSpPr>
        <p:spPr>
          <a:xfrm>
            <a:off x="622095" y="5289037"/>
            <a:ext cx="5305478" cy="181389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400"/>
              <a:t>量子ビット数が少ないため、</a:t>
            </a:r>
            <a:r>
              <a:rPr lang="en-US" altLang="ja-JP" sz="2400" dirty="0"/>
              <a:t>CST</a:t>
            </a:r>
            <a:r>
              <a:rPr lang="ja-JP" altLang="en-US" sz="2400"/>
              <a:t>は</a:t>
            </a:r>
            <a:r>
              <a:rPr lang="en-US" altLang="ja-JP" sz="2400" dirty="0"/>
              <a:t>QST</a:t>
            </a:r>
            <a:r>
              <a:rPr lang="ja-JP" altLang="en-US" sz="2400"/>
              <a:t>と比較して、より少ないショット数で一定の</a:t>
            </a:r>
            <a:r>
              <a:rPr lang="en-US" altLang="ja-JP" sz="2400" dirty="0"/>
              <a:t>2-local Pauli</a:t>
            </a:r>
            <a:r>
              <a:rPr lang="ja-JP" altLang="en-US" sz="2400"/>
              <a:t>の期待値の推定分散を達成できていない</a:t>
            </a:r>
          </a:p>
        </p:txBody>
      </p:sp>
      <p:pic>
        <p:nvPicPr>
          <p:cNvPr id="5124" name="Picture 4">
            <a:extLst>
              <a:ext uri="{FF2B5EF4-FFF2-40B4-BE49-F238E27FC236}">
                <a16:creationId xmlns:a16="http://schemas.microsoft.com/office/drawing/2014/main" id="{5A6655E2-9F19-4E01-B237-C68A3022828E}"/>
              </a:ext>
            </a:extLst>
          </p:cNvPr>
          <p:cNvPicPr>
            <a:picLocks noChangeAspect="1" noChangeArrowheads="1"/>
          </p:cNvPicPr>
          <p:nvPr/>
        </p:nvPicPr>
        <p:blipFill>
          <a:blip r:embed="rId3"/>
          <a:srcRect/>
          <a:stretch/>
        </p:blipFill>
        <p:spPr bwMode="auto">
          <a:xfrm>
            <a:off x="552163" y="1367586"/>
            <a:ext cx="5364259" cy="3429000"/>
          </a:xfrm>
          <a:prstGeom prst="rect">
            <a:avLst/>
          </a:prstGeom>
          <a:noFill/>
          <a:extLst>
            <a:ext uri="{909E8E84-426E-40DD-AFC4-6F175D3DCCD1}">
              <a14:hiddenFill xmlns:a14="http://schemas.microsoft.com/office/drawing/2010/main">
                <a:solidFill>
                  <a:srgbClr val="FFFFFF"/>
                </a:solidFill>
              </a14:hiddenFill>
            </a:ext>
          </a:extLst>
        </p:spPr>
      </p:pic>
      <p:sp>
        <p:nvSpPr>
          <p:cNvPr id="12" name="テキスト ボックス 11">
            <a:extLst>
              <a:ext uri="{FF2B5EF4-FFF2-40B4-BE49-F238E27FC236}">
                <a16:creationId xmlns:a16="http://schemas.microsoft.com/office/drawing/2014/main" id="{B020D8CD-B9CE-08DB-7F3A-FD47AF243CE1}"/>
              </a:ext>
            </a:extLst>
          </p:cNvPr>
          <p:cNvSpPr txBox="1"/>
          <p:nvPr/>
        </p:nvSpPr>
        <p:spPr>
          <a:xfrm>
            <a:off x="2148396" y="4691136"/>
            <a:ext cx="2476870" cy="369332"/>
          </a:xfrm>
          <a:prstGeom prst="rect">
            <a:avLst/>
          </a:prstGeom>
          <a:solidFill>
            <a:schemeClr val="bg1"/>
          </a:solidFill>
        </p:spPr>
        <p:txBody>
          <a:bodyPr wrap="square">
            <a:spAutoFit/>
          </a:bodyPr>
          <a:lstStyle/>
          <a:p>
            <a:r>
              <a:rPr kumimoji="1" lang="ja-JP" altLang="en-US"/>
              <a:t>ショット数</a:t>
            </a:r>
            <a:endParaRPr lang="ja-JP" altLang="en-US"/>
          </a:p>
        </p:txBody>
      </p:sp>
      <p:sp>
        <p:nvSpPr>
          <p:cNvPr id="13" name="テキスト ボックス 12">
            <a:extLst>
              <a:ext uri="{FF2B5EF4-FFF2-40B4-BE49-F238E27FC236}">
                <a16:creationId xmlns:a16="http://schemas.microsoft.com/office/drawing/2014/main" id="{5159D1B3-5007-7821-755C-C7AEB789BFB0}"/>
              </a:ext>
            </a:extLst>
          </p:cNvPr>
          <p:cNvSpPr txBox="1"/>
          <p:nvPr/>
        </p:nvSpPr>
        <p:spPr>
          <a:xfrm rot="16200000">
            <a:off x="-556423" y="2865963"/>
            <a:ext cx="2181375" cy="369332"/>
          </a:xfrm>
          <a:prstGeom prst="rect">
            <a:avLst/>
          </a:prstGeom>
          <a:solidFill>
            <a:schemeClr val="bg1"/>
          </a:solidFill>
        </p:spPr>
        <p:txBody>
          <a:bodyPr wrap="square">
            <a:spAutoFit/>
          </a:bodyPr>
          <a:lstStyle/>
          <a:p>
            <a:pPr algn="ctr"/>
            <a:r>
              <a:rPr kumimoji="1" lang="ja-JP" altLang="en-US"/>
              <a:t>推定分散</a:t>
            </a:r>
            <a:endParaRPr lang="ja-JP" altLang="en-US"/>
          </a:p>
        </p:txBody>
      </p:sp>
    </p:spTree>
    <p:extLst>
      <p:ext uri="{BB962C8B-B14F-4D97-AF65-F5344CB8AC3E}">
        <p14:creationId xmlns:p14="http://schemas.microsoft.com/office/powerpoint/2010/main" val="18239979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09442-CF5D-5B53-0F09-331D8E0D0ABF}"/>
            </a:ext>
          </a:extLst>
        </p:cNvPr>
        <p:cNvGrpSpPr/>
        <p:nvPr/>
      </p:nvGrpSpPr>
      <p:grpSpPr>
        <a:xfrm>
          <a:off x="0" y="0"/>
          <a:ext cx="0" cy="0"/>
          <a:chOff x="0" y="0"/>
          <a:chExt cx="0" cy="0"/>
        </a:xfrm>
      </p:grpSpPr>
      <p:pic>
        <p:nvPicPr>
          <p:cNvPr id="15362" name="Picture 2">
            <a:extLst>
              <a:ext uri="{FF2B5EF4-FFF2-40B4-BE49-F238E27FC236}">
                <a16:creationId xmlns:a16="http://schemas.microsoft.com/office/drawing/2014/main" id="{3239DD20-2B0C-CDC7-8463-609CB5685A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609" y="1457652"/>
            <a:ext cx="6493301" cy="4869976"/>
          </a:xfrm>
          <a:prstGeom prst="rect">
            <a:avLst/>
          </a:prstGeom>
          <a:noFill/>
          <a:extLst>
            <a:ext uri="{909E8E84-426E-40DD-AFC4-6F175D3DCCD1}">
              <a14:hiddenFill xmlns:a14="http://schemas.microsoft.com/office/drawing/2010/main">
                <a:solidFill>
                  <a:srgbClr val="FFFFFF"/>
                </a:solidFill>
              </a14:hiddenFill>
            </a:ext>
          </a:extLst>
        </p:spPr>
      </p:pic>
      <p:sp>
        <p:nvSpPr>
          <p:cNvPr id="2" name="タイトル 1">
            <a:extLst>
              <a:ext uri="{FF2B5EF4-FFF2-40B4-BE49-F238E27FC236}">
                <a16:creationId xmlns:a16="http://schemas.microsoft.com/office/drawing/2014/main" id="{F2900F12-B7CE-23D4-C85C-D44357CE5783}"/>
              </a:ext>
            </a:extLst>
          </p:cNvPr>
          <p:cNvSpPr>
            <a:spLocks noGrp="1"/>
          </p:cNvSpPr>
          <p:nvPr>
            <p:ph type="title"/>
          </p:nvPr>
        </p:nvSpPr>
        <p:spPr>
          <a:xfrm>
            <a:off x="0" y="66929"/>
            <a:ext cx="11353800" cy="708301"/>
          </a:xfrm>
        </p:spPr>
        <p:txBody>
          <a:bodyPr>
            <a:normAutofit/>
          </a:bodyPr>
          <a:lstStyle/>
          <a:p>
            <a:r>
              <a:rPr lang="en-US" altLang="ja-JP" sz="4000" dirty="0">
                <a:latin typeface="Arial" panose="020B0604020202020204" pitchFamily="34" charset="0"/>
                <a:cs typeface="Arial" panose="020B0604020202020204" pitchFamily="34" charset="0"/>
              </a:rPr>
              <a:t>2.1.3 GHZ</a:t>
            </a:r>
            <a:r>
              <a:rPr lang="ja-JP" altLang="en-US" sz="4000">
                <a:latin typeface="Arial" panose="020B0604020202020204" pitchFamily="34" charset="0"/>
                <a:cs typeface="Arial" panose="020B0604020202020204" pitchFamily="34" charset="0"/>
              </a:rPr>
              <a:t>状態の</a:t>
            </a:r>
            <a:r>
              <a:rPr lang="en-US" altLang="ja-JP" sz="4000" dirty="0">
                <a:latin typeface="Arial" panose="020B0604020202020204" pitchFamily="34" charset="0"/>
                <a:cs typeface="Arial" panose="020B0604020202020204" pitchFamily="34" charset="0"/>
              </a:rPr>
              <a:t>k-local Pauli</a:t>
            </a:r>
            <a:r>
              <a:rPr lang="ja-JP" altLang="en-US" sz="4000">
                <a:latin typeface="Arial" panose="020B0604020202020204" pitchFamily="34" charset="0"/>
                <a:cs typeface="Arial" panose="020B0604020202020204" pitchFamily="34" charset="0"/>
              </a:rPr>
              <a:t>の期待値推定</a:t>
            </a:r>
            <a:endParaRPr kumimoji="1" lang="ja-JP" altLang="en-US" sz="4000"/>
          </a:p>
        </p:txBody>
      </p:sp>
      <p:sp>
        <p:nvSpPr>
          <p:cNvPr id="3" name="コンテンツ プレースホルダー 2">
            <a:extLst>
              <a:ext uri="{FF2B5EF4-FFF2-40B4-BE49-F238E27FC236}">
                <a16:creationId xmlns:a16="http://schemas.microsoft.com/office/drawing/2014/main" id="{B3B4D50E-E7C2-997D-1E65-18C288CF6F5B}"/>
              </a:ext>
            </a:extLst>
          </p:cNvPr>
          <p:cNvSpPr>
            <a:spLocks noGrp="1"/>
          </p:cNvSpPr>
          <p:nvPr>
            <p:ph idx="1"/>
          </p:nvPr>
        </p:nvSpPr>
        <p:spPr>
          <a:xfrm>
            <a:off x="6884423" y="1863333"/>
            <a:ext cx="5008978" cy="1300163"/>
          </a:xfrm>
        </p:spPr>
        <p:txBody>
          <a:bodyPr>
            <a:normAutofit lnSpcReduction="10000"/>
          </a:bodyPr>
          <a:lstStyle/>
          <a:p>
            <a:r>
              <a:rPr kumimoji="1" lang="ja-JP" altLang="en-US" sz="2400"/>
              <a:t>一定の推定分散を達成するのに、</a:t>
            </a:r>
            <a:r>
              <a:rPr lang="en-US" altLang="ja-JP" sz="2400" dirty="0"/>
              <a:t> Full Tomography</a:t>
            </a:r>
            <a:r>
              <a:rPr lang="ja-JP" altLang="en-US" sz="2400"/>
              <a:t>と比べて、 </a:t>
            </a:r>
            <a:r>
              <a:rPr kumimoji="1" lang="en-US" altLang="ja-JP" sz="2400" dirty="0"/>
              <a:t>CST</a:t>
            </a:r>
            <a:r>
              <a:rPr lang="ja-JP" altLang="en-US" sz="2400"/>
              <a:t>はより少ないショット数しか必要としない</a:t>
            </a:r>
            <a:endParaRPr kumimoji="1" lang="ja-JP" altLang="en-US" sz="2400"/>
          </a:p>
        </p:txBody>
      </p:sp>
      <p:sp>
        <p:nvSpPr>
          <p:cNvPr id="4" name="正方形/長方形 3">
            <a:extLst>
              <a:ext uri="{FF2B5EF4-FFF2-40B4-BE49-F238E27FC236}">
                <a16:creationId xmlns:a16="http://schemas.microsoft.com/office/drawing/2014/main" id="{F722E02B-2698-B7A8-96B6-4B5C4886B637}"/>
              </a:ext>
            </a:extLst>
          </p:cNvPr>
          <p:cNvSpPr/>
          <p:nvPr/>
        </p:nvSpPr>
        <p:spPr>
          <a:xfrm>
            <a:off x="10140569" y="0"/>
            <a:ext cx="1955179" cy="433137"/>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ja-JP" dirty="0"/>
              <a:t>Results</a:t>
            </a:r>
            <a:endParaRPr kumimoji="1" lang="ja-JP" altLang="en-US"/>
          </a:p>
        </p:txBody>
      </p:sp>
      <p:sp>
        <p:nvSpPr>
          <p:cNvPr id="9" name="テキスト ボックス 8">
            <a:extLst>
              <a:ext uri="{FF2B5EF4-FFF2-40B4-BE49-F238E27FC236}">
                <a16:creationId xmlns:a16="http://schemas.microsoft.com/office/drawing/2014/main" id="{6D124C1B-9FEF-4363-41B4-CFF59DB2FBCB}"/>
              </a:ext>
            </a:extLst>
          </p:cNvPr>
          <p:cNvSpPr txBox="1"/>
          <p:nvPr/>
        </p:nvSpPr>
        <p:spPr>
          <a:xfrm>
            <a:off x="571429" y="818250"/>
            <a:ext cx="10594553" cy="461665"/>
          </a:xfrm>
          <a:prstGeom prst="rect">
            <a:avLst/>
          </a:prstGeom>
          <a:noFill/>
        </p:spPr>
        <p:txBody>
          <a:bodyPr wrap="square">
            <a:spAutoFit/>
          </a:bodyPr>
          <a:lstStyle/>
          <a:p>
            <a:r>
              <a:rPr lang="en-US" altLang="ja-JP" sz="2400" b="1" dirty="0"/>
              <a:t>100</a:t>
            </a:r>
            <a:r>
              <a:rPr lang="ja-JP" altLang="en-US" sz="2400" b="1"/>
              <a:t>量子ビットの</a:t>
            </a:r>
            <a:r>
              <a:rPr lang="en-US" altLang="ja-JP" sz="2400" b="1" dirty="0"/>
              <a:t>GHZ</a:t>
            </a:r>
            <a:r>
              <a:rPr lang="ja-JP" altLang="en-US" sz="2400" b="1"/>
              <a:t>状態に</a:t>
            </a:r>
            <a:r>
              <a:rPr lang="en-US" altLang="ja-JP" sz="2400" b="1" dirty="0"/>
              <a:t>CST</a:t>
            </a:r>
            <a:r>
              <a:rPr lang="ja-JP" altLang="en-US" sz="2400" b="1"/>
              <a:t>を適用し、</a:t>
            </a:r>
            <a:r>
              <a:rPr lang="en-US" altLang="ja-JP" sz="2400" b="1" dirty="0"/>
              <a:t>2-local Pauli</a:t>
            </a:r>
            <a:r>
              <a:rPr lang="ja-JP" altLang="en-US" sz="2400" b="1"/>
              <a:t>の期待値を推定</a:t>
            </a:r>
            <a:endParaRPr lang="en-US" altLang="ja-JP" sz="2400" b="1" dirty="0"/>
          </a:p>
        </p:txBody>
      </p:sp>
      <p:sp>
        <p:nvSpPr>
          <p:cNvPr id="12" name="テキスト ボックス 11">
            <a:extLst>
              <a:ext uri="{FF2B5EF4-FFF2-40B4-BE49-F238E27FC236}">
                <a16:creationId xmlns:a16="http://schemas.microsoft.com/office/drawing/2014/main" id="{5D7B8977-AB08-FF9D-7BD4-BE7060B6AC57}"/>
              </a:ext>
            </a:extLst>
          </p:cNvPr>
          <p:cNvSpPr txBox="1"/>
          <p:nvPr/>
        </p:nvSpPr>
        <p:spPr>
          <a:xfrm>
            <a:off x="2935259" y="5992857"/>
            <a:ext cx="2476870" cy="369332"/>
          </a:xfrm>
          <a:prstGeom prst="rect">
            <a:avLst/>
          </a:prstGeom>
          <a:solidFill>
            <a:schemeClr val="bg1"/>
          </a:solidFill>
        </p:spPr>
        <p:txBody>
          <a:bodyPr wrap="square">
            <a:spAutoFit/>
          </a:bodyPr>
          <a:lstStyle/>
          <a:p>
            <a:r>
              <a:rPr kumimoji="1" lang="ja-JP" altLang="en-US"/>
              <a:t>ショット数</a:t>
            </a:r>
            <a:endParaRPr lang="ja-JP" altLang="en-US"/>
          </a:p>
        </p:txBody>
      </p:sp>
      <p:sp>
        <p:nvSpPr>
          <p:cNvPr id="13" name="テキスト ボックス 12">
            <a:extLst>
              <a:ext uri="{FF2B5EF4-FFF2-40B4-BE49-F238E27FC236}">
                <a16:creationId xmlns:a16="http://schemas.microsoft.com/office/drawing/2014/main" id="{D4EDAA20-3E73-C164-58EA-3DE0F2D4D087}"/>
              </a:ext>
            </a:extLst>
          </p:cNvPr>
          <p:cNvSpPr txBox="1"/>
          <p:nvPr/>
        </p:nvSpPr>
        <p:spPr>
          <a:xfrm rot="16200000">
            <a:off x="-703925" y="3419437"/>
            <a:ext cx="2181375" cy="369332"/>
          </a:xfrm>
          <a:prstGeom prst="rect">
            <a:avLst/>
          </a:prstGeom>
          <a:solidFill>
            <a:schemeClr val="bg1"/>
          </a:solidFill>
        </p:spPr>
        <p:txBody>
          <a:bodyPr wrap="square">
            <a:spAutoFit/>
          </a:bodyPr>
          <a:lstStyle/>
          <a:p>
            <a:pPr algn="ctr"/>
            <a:r>
              <a:rPr kumimoji="1" lang="ja-JP" altLang="en-US"/>
              <a:t>推定分散</a:t>
            </a:r>
            <a:endParaRPr lang="ja-JP" altLang="en-US"/>
          </a:p>
        </p:txBody>
      </p:sp>
      <p:sp>
        <p:nvSpPr>
          <p:cNvPr id="5" name="コンテンツ プレースホルダー 2">
            <a:extLst>
              <a:ext uri="{FF2B5EF4-FFF2-40B4-BE49-F238E27FC236}">
                <a16:creationId xmlns:a16="http://schemas.microsoft.com/office/drawing/2014/main" id="{783AC074-06B5-DA4C-BEA3-87BF23BD57B3}"/>
              </a:ext>
            </a:extLst>
          </p:cNvPr>
          <p:cNvSpPr txBox="1">
            <a:spLocks/>
          </p:cNvSpPr>
          <p:nvPr/>
        </p:nvSpPr>
        <p:spPr>
          <a:xfrm>
            <a:off x="6833442" y="3601517"/>
            <a:ext cx="5008978" cy="13001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endParaRPr lang="ja-JP" altLang="en-US" sz="2400"/>
          </a:p>
        </p:txBody>
      </p:sp>
      <mc:AlternateContent xmlns:mc="http://schemas.openxmlformats.org/markup-compatibility/2006" xmlns:a14="http://schemas.microsoft.com/office/drawing/2010/main">
        <mc:Choice Requires="a14">
          <p:sp>
            <p:nvSpPr>
              <p:cNvPr id="14" name="コンテンツ プレースホルダー 2">
                <a:extLst>
                  <a:ext uri="{FF2B5EF4-FFF2-40B4-BE49-F238E27FC236}">
                    <a16:creationId xmlns:a16="http://schemas.microsoft.com/office/drawing/2014/main" id="{259F3293-102E-1A18-5B5F-2D013060D3C7}"/>
                  </a:ext>
                </a:extLst>
              </p:cNvPr>
              <p:cNvSpPr txBox="1">
                <a:spLocks/>
              </p:cNvSpPr>
              <p:nvPr/>
            </p:nvSpPr>
            <p:spPr>
              <a:xfrm>
                <a:off x="6833442" y="3892640"/>
                <a:ext cx="5307577" cy="26730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2400" dirty="0"/>
                  <a:t>Classical Shadow Tomography</a:t>
                </a:r>
                <a:r>
                  <a:rPr lang="ja-JP" altLang="en-US" sz="2400"/>
                  <a:t>のショット数の理論的評価</a:t>
                </a:r>
                <a:endParaRPr lang="en-US" altLang="ja-JP" sz="2400" dirty="0"/>
              </a:p>
              <a:p>
                <a:pPr marL="0" indent="0">
                  <a:buNone/>
                </a:pPr>
                <a:r>
                  <a:rPr lang="en-US" altLang="ja-JP" sz="2400" dirty="0"/>
                  <a:t>	</a:t>
                </a:r>
                <a:r>
                  <a:rPr lang="ja-JP" altLang="en-US" sz="2400"/>
                  <a:t>上限</a:t>
                </a:r>
                <a:r>
                  <a:rPr lang="en-US" altLang="ja-JP" sz="2400" dirty="0"/>
                  <a:t>=</a:t>
                </a:r>
                <a14:m>
                  <m:oMath xmlns:m="http://schemas.openxmlformats.org/officeDocument/2006/math">
                    <m:f>
                      <m:fPr>
                        <m:ctrlPr>
                          <a:rPr lang="en-US" altLang="ja-JP" sz="2400" b="0" i="1" smtClean="0">
                            <a:latin typeface="Cambria Math" panose="02040503050406030204" pitchFamily="18" charset="0"/>
                          </a:rPr>
                        </m:ctrlPr>
                      </m:fPr>
                      <m:num>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4</m:t>
                            </m:r>
                          </m:e>
                          <m:sup>
                            <m:r>
                              <a:rPr lang="en-US" altLang="ja-JP" sz="2400" b="0" i="1" smtClean="0">
                                <a:latin typeface="Cambria Math" panose="02040503050406030204" pitchFamily="18" charset="0"/>
                              </a:rPr>
                              <m:t>𝑘</m:t>
                            </m:r>
                          </m:sup>
                        </m:sSup>
                      </m:num>
                      <m:den>
                        <m:sSup>
                          <m:sSupPr>
                            <m:ctrlPr>
                              <a:rPr lang="en-US" altLang="ja-JP" sz="2400" b="0" i="1" smtClean="0">
                                <a:latin typeface="Cambria Math" panose="02040503050406030204" pitchFamily="18" charset="0"/>
                                <a:ea typeface="Cambria Math" panose="02040503050406030204" pitchFamily="18" charset="0"/>
                              </a:rPr>
                            </m:ctrlPr>
                          </m:sSupPr>
                          <m:e>
                            <m:r>
                              <a:rPr lang="en-US" altLang="ja-JP" sz="2400" b="0" i="1" smtClean="0">
                                <a:latin typeface="Cambria Math" panose="02040503050406030204" pitchFamily="18" charset="0"/>
                                <a:ea typeface="Cambria Math" panose="02040503050406030204" pitchFamily="18" charset="0"/>
                              </a:rPr>
                              <m:t>𝜖</m:t>
                            </m:r>
                          </m:e>
                          <m:sup>
                            <m:r>
                              <a:rPr lang="en-US" altLang="ja-JP" sz="2400" b="0" i="1" smtClean="0">
                                <a:latin typeface="Cambria Math" panose="02040503050406030204" pitchFamily="18" charset="0"/>
                                <a:ea typeface="Cambria Math" panose="02040503050406030204" pitchFamily="18" charset="0"/>
                              </a:rPr>
                              <m:t>2</m:t>
                            </m:r>
                          </m:sup>
                        </m:sSup>
                      </m:den>
                    </m:f>
                  </m:oMath>
                </a14:m>
                <a:endParaRPr lang="en-US" altLang="ja-JP" sz="2400" b="0" dirty="0">
                  <a:ea typeface="Cambria Math" panose="02040503050406030204" pitchFamily="18" charset="0"/>
                </a:endParaRPr>
              </a:p>
              <a:p>
                <a:pPr marL="0" indent="0">
                  <a:buNone/>
                </a:pPr>
                <a:r>
                  <a:rPr lang="en-US" altLang="ja-JP" sz="2400" dirty="0"/>
                  <a:t>	</a:t>
                </a:r>
                <a:r>
                  <a:rPr lang="ja-JP" altLang="en-US" sz="2400"/>
                  <a:t>下限</a:t>
                </a:r>
                <a:r>
                  <a:rPr lang="en-US" altLang="ja-JP" sz="2400" dirty="0"/>
                  <a:t>=</a:t>
                </a:r>
                <a:r>
                  <a:rPr lang="en-US" altLang="ja-JP" sz="2400" b="0" dirty="0"/>
                  <a:t> </a:t>
                </a:r>
                <a14:m>
                  <m:oMath xmlns:m="http://schemas.openxmlformats.org/officeDocument/2006/math">
                    <m:f>
                      <m:fPr>
                        <m:ctrlPr>
                          <a:rPr lang="en-US" altLang="ja-JP" sz="2400" b="0" i="1" smtClean="0">
                            <a:latin typeface="Cambria Math" panose="02040503050406030204" pitchFamily="18" charset="0"/>
                          </a:rPr>
                        </m:ctrlPr>
                      </m:fPr>
                      <m:num>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3</m:t>
                            </m:r>
                          </m:e>
                          <m:sup>
                            <m:r>
                              <a:rPr lang="en-US" altLang="ja-JP" sz="2400" b="0" i="1" smtClean="0">
                                <a:latin typeface="Cambria Math" panose="02040503050406030204" pitchFamily="18" charset="0"/>
                              </a:rPr>
                              <m:t>𝑘</m:t>
                            </m:r>
                          </m:sup>
                        </m:sSup>
                      </m:num>
                      <m:den>
                        <m:sSup>
                          <m:sSupPr>
                            <m:ctrlPr>
                              <a:rPr lang="en-US" altLang="ja-JP" sz="2400" b="0" i="1" smtClean="0">
                                <a:latin typeface="Cambria Math" panose="02040503050406030204" pitchFamily="18" charset="0"/>
                                <a:ea typeface="Cambria Math" panose="02040503050406030204" pitchFamily="18" charset="0"/>
                              </a:rPr>
                            </m:ctrlPr>
                          </m:sSupPr>
                          <m:e>
                            <m:r>
                              <a:rPr lang="en-US" altLang="ja-JP" sz="2400" b="0" i="1" smtClean="0">
                                <a:latin typeface="Cambria Math" panose="02040503050406030204" pitchFamily="18" charset="0"/>
                                <a:ea typeface="Cambria Math" panose="02040503050406030204" pitchFamily="18" charset="0"/>
                              </a:rPr>
                              <m:t>𝜖</m:t>
                            </m:r>
                          </m:e>
                          <m:sup>
                            <m:r>
                              <a:rPr lang="en-US" altLang="ja-JP" sz="2400" b="0" i="1" smtClean="0">
                                <a:latin typeface="Cambria Math" panose="02040503050406030204" pitchFamily="18" charset="0"/>
                                <a:ea typeface="Cambria Math" panose="02040503050406030204" pitchFamily="18" charset="0"/>
                              </a:rPr>
                              <m:t>2</m:t>
                            </m:r>
                          </m:sup>
                        </m:sSup>
                      </m:den>
                    </m:f>
                  </m:oMath>
                </a14:m>
                <a:endParaRPr lang="ja-JP" altLang="en-US" sz="2400"/>
              </a:p>
            </p:txBody>
          </p:sp>
        </mc:Choice>
        <mc:Fallback xmlns="">
          <p:sp>
            <p:nvSpPr>
              <p:cNvPr id="14" name="コンテンツ プレースホルダー 2">
                <a:extLst>
                  <a:ext uri="{FF2B5EF4-FFF2-40B4-BE49-F238E27FC236}">
                    <a16:creationId xmlns:a16="http://schemas.microsoft.com/office/drawing/2014/main" id="{259F3293-102E-1A18-5B5F-2D013060D3C7}"/>
                  </a:ext>
                </a:extLst>
              </p:cNvPr>
              <p:cNvSpPr txBox="1">
                <a:spLocks noRot="1" noChangeAspect="1" noMove="1" noResize="1" noEditPoints="1" noAdjustHandles="1" noChangeArrowheads="1" noChangeShapeType="1" noTextEdit="1"/>
              </p:cNvSpPr>
              <p:nvPr/>
            </p:nvSpPr>
            <p:spPr>
              <a:xfrm>
                <a:off x="6833442" y="3892640"/>
                <a:ext cx="5307577" cy="2673065"/>
              </a:xfrm>
              <a:prstGeom prst="rect">
                <a:avLst/>
              </a:prstGeom>
              <a:blipFill>
                <a:blip r:embed="rId3"/>
                <a:stretch>
                  <a:fillRect l="-1671" t="-3318"/>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0084686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C911A-2FF4-4630-C588-0BFC65B1698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39F5986-3930-2356-1C66-16888F855992}"/>
              </a:ext>
            </a:extLst>
          </p:cNvPr>
          <p:cNvSpPr>
            <a:spLocks noGrp="1"/>
          </p:cNvSpPr>
          <p:nvPr>
            <p:ph type="title"/>
          </p:nvPr>
        </p:nvSpPr>
        <p:spPr>
          <a:xfrm>
            <a:off x="0" y="66929"/>
            <a:ext cx="10140569" cy="708301"/>
          </a:xfrm>
        </p:spPr>
        <p:txBody>
          <a:bodyPr>
            <a:normAutofit/>
          </a:bodyPr>
          <a:lstStyle/>
          <a:p>
            <a:r>
              <a:rPr lang="en-US" altLang="ja-JP" sz="3600" dirty="0">
                <a:latin typeface="Arial" panose="020B0604020202020204" pitchFamily="34" charset="0"/>
                <a:cs typeface="Arial" panose="020B0604020202020204" pitchFamily="34" charset="0"/>
              </a:rPr>
              <a:t>2.2 </a:t>
            </a:r>
            <a:r>
              <a:rPr lang="ja-JP" altLang="en-US" sz="3600">
                <a:latin typeface="Arial" panose="020B0604020202020204" pitchFamily="34" charset="0"/>
                <a:cs typeface="Arial" panose="020B0604020202020204" pitchFamily="34" charset="0"/>
              </a:rPr>
              <a:t>クラスター状態の</a:t>
            </a:r>
            <a:r>
              <a:rPr lang="en-US" altLang="ja-JP" sz="3600" dirty="0">
                <a:latin typeface="Arial" panose="020B0604020202020204" pitchFamily="34" charset="0"/>
                <a:cs typeface="Arial" panose="020B0604020202020204" pitchFamily="34" charset="0"/>
              </a:rPr>
              <a:t>k-local Pauli</a:t>
            </a:r>
            <a:r>
              <a:rPr lang="ja-JP" altLang="en-US" sz="3600">
                <a:latin typeface="Arial" panose="020B0604020202020204" pitchFamily="34" charset="0"/>
                <a:cs typeface="Arial" panose="020B0604020202020204" pitchFamily="34" charset="0"/>
              </a:rPr>
              <a:t>の</a:t>
            </a:r>
            <a:r>
              <a:rPr lang="en-US" altLang="ja-JP" sz="3600" dirty="0">
                <a:latin typeface="Arial" panose="020B0604020202020204" pitchFamily="34" charset="0"/>
                <a:cs typeface="Arial" panose="020B0604020202020204" pitchFamily="34" charset="0"/>
              </a:rPr>
              <a:t>Fidelity</a:t>
            </a:r>
            <a:r>
              <a:rPr lang="ja-JP" altLang="en-US" sz="3600">
                <a:latin typeface="Arial" panose="020B0604020202020204" pitchFamily="34" charset="0"/>
                <a:cs typeface="Arial" panose="020B0604020202020204" pitchFamily="34" charset="0"/>
              </a:rPr>
              <a:t>推定</a:t>
            </a:r>
            <a:endParaRPr kumimoji="1" lang="ja-JP" altLang="en-US" sz="3600"/>
          </a:p>
        </p:txBody>
      </p:sp>
      <p:pic>
        <p:nvPicPr>
          <p:cNvPr id="6" name="コンテンツ プレースホルダー 5" descr="グラフ&#10;&#10;AI 生成コンテンツは誤りを含む可能性があります。">
            <a:extLst>
              <a:ext uri="{FF2B5EF4-FFF2-40B4-BE49-F238E27FC236}">
                <a16:creationId xmlns:a16="http://schemas.microsoft.com/office/drawing/2014/main" id="{FDA500B9-20E4-E8FD-5140-0014F7E851E1}"/>
              </a:ext>
            </a:extLst>
          </p:cNvPr>
          <p:cNvPicPr>
            <a:picLocks noGrp="1" noChangeAspect="1"/>
          </p:cNvPicPr>
          <p:nvPr>
            <p:ph idx="1"/>
          </p:nvPr>
        </p:nvPicPr>
        <p:blipFill>
          <a:blip r:embed="rId2"/>
          <a:stretch>
            <a:fillRect/>
          </a:stretch>
        </p:blipFill>
        <p:spPr>
          <a:xfrm>
            <a:off x="234950" y="1044402"/>
            <a:ext cx="5016500" cy="3581400"/>
          </a:xfrm>
        </p:spPr>
      </p:pic>
      <p:sp>
        <p:nvSpPr>
          <p:cNvPr id="4" name="正方形/長方形 3">
            <a:extLst>
              <a:ext uri="{FF2B5EF4-FFF2-40B4-BE49-F238E27FC236}">
                <a16:creationId xmlns:a16="http://schemas.microsoft.com/office/drawing/2014/main" id="{6E662024-0541-F099-45AF-995D1CEAB748}"/>
              </a:ext>
            </a:extLst>
          </p:cNvPr>
          <p:cNvSpPr/>
          <p:nvPr/>
        </p:nvSpPr>
        <p:spPr>
          <a:xfrm>
            <a:off x="10140569" y="0"/>
            <a:ext cx="1955179" cy="433137"/>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ja-JP" dirty="0"/>
              <a:t>Results</a:t>
            </a:r>
            <a:endParaRPr kumimoji="1" lang="ja-JP" altLang="en-US"/>
          </a:p>
        </p:txBody>
      </p:sp>
      <p:pic>
        <p:nvPicPr>
          <p:cNvPr id="8" name="図 7" descr="グラフ, 折れ線グラフ&#10;&#10;AI 生成コンテンツは誤りを含む可能性があります。">
            <a:extLst>
              <a:ext uri="{FF2B5EF4-FFF2-40B4-BE49-F238E27FC236}">
                <a16:creationId xmlns:a16="http://schemas.microsoft.com/office/drawing/2014/main" id="{BF5A8E40-792C-C23C-AE39-3EC6EF83ED8C}"/>
              </a:ext>
            </a:extLst>
          </p:cNvPr>
          <p:cNvPicPr>
            <a:picLocks noChangeAspect="1"/>
          </p:cNvPicPr>
          <p:nvPr/>
        </p:nvPicPr>
        <p:blipFill>
          <a:blip r:embed="rId3"/>
          <a:stretch>
            <a:fillRect/>
          </a:stretch>
        </p:blipFill>
        <p:spPr>
          <a:xfrm>
            <a:off x="5676900" y="1044402"/>
            <a:ext cx="5016500" cy="3196294"/>
          </a:xfrm>
          <a:prstGeom prst="rect">
            <a:avLst/>
          </a:prstGeom>
        </p:spPr>
      </p:pic>
      <p:cxnSp>
        <p:nvCxnSpPr>
          <p:cNvPr id="10" name="直線コネクタ 9">
            <a:extLst>
              <a:ext uri="{FF2B5EF4-FFF2-40B4-BE49-F238E27FC236}">
                <a16:creationId xmlns:a16="http://schemas.microsoft.com/office/drawing/2014/main" id="{6150048C-5DBD-C8A5-F370-9F80AF4BF9CD}"/>
              </a:ext>
            </a:extLst>
          </p:cNvPr>
          <p:cNvCxnSpPr>
            <a:cxnSpLocks/>
          </p:cNvCxnSpPr>
          <p:nvPr/>
        </p:nvCxnSpPr>
        <p:spPr>
          <a:xfrm>
            <a:off x="940905" y="1855304"/>
            <a:ext cx="9752495"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2" name="直線コネクタ 11">
            <a:extLst>
              <a:ext uri="{FF2B5EF4-FFF2-40B4-BE49-F238E27FC236}">
                <a16:creationId xmlns:a16="http://schemas.microsoft.com/office/drawing/2014/main" id="{8E0A350D-2156-1135-DAFD-623E90947083}"/>
              </a:ext>
            </a:extLst>
          </p:cNvPr>
          <p:cNvCxnSpPr>
            <a:cxnSpLocks/>
          </p:cNvCxnSpPr>
          <p:nvPr/>
        </p:nvCxnSpPr>
        <p:spPr>
          <a:xfrm>
            <a:off x="866361" y="3253408"/>
            <a:ext cx="9827039" cy="0"/>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5" name="テキスト ボックス 14">
            <a:extLst>
              <a:ext uri="{FF2B5EF4-FFF2-40B4-BE49-F238E27FC236}">
                <a16:creationId xmlns:a16="http://schemas.microsoft.com/office/drawing/2014/main" id="{DB1C54F0-8E78-2223-AC94-E03D6FA2A49C}"/>
              </a:ext>
            </a:extLst>
          </p:cNvPr>
          <p:cNvSpPr txBox="1"/>
          <p:nvPr/>
        </p:nvSpPr>
        <p:spPr>
          <a:xfrm>
            <a:off x="1144657" y="4770855"/>
            <a:ext cx="4359965" cy="461665"/>
          </a:xfrm>
          <a:prstGeom prst="rect">
            <a:avLst/>
          </a:prstGeom>
          <a:noFill/>
        </p:spPr>
        <p:txBody>
          <a:bodyPr wrap="square" rtlCol="0">
            <a:spAutoFit/>
          </a:bodyPr>
          <a:lstStyle/>
          <a:p>
            <a:r>
              <a:rPr lang="en-US" altLang="ja-JP" sz="2400" dirty="0"/>
              <a:t>3</a:t>
            </a:r>
            <a:r>
              <a:rPr lang="ja-JP" altLang="en-US" sz="2400"/>
              <a:t>量子ビットのクラスター状態</a:t>
            </a:r>
            <a:endParaRPr kumimoji="1" lang="ja-JP" altLang="en-US" sz="2400"/>
          </a:p>
        </p:txBody>
      </p:sp>
      <p:sp>
        <p:nvSpPr>
          <p:cNvPr id="16" name="テキスト ボックス 15">
            <a:extLst>
              <a:ext uri="{FF2B5EF4-FFF2-40B4-BE49-F238E27FC236}">
                <a16:creationId xmlns:a16="http://schemas.microsoft.com/office/drawing/2014/main" id="{4BC82D01-02A2-2700-ECBD-884DB1AE67FC}"/>
              </a:ext>
            </a:extLst>
          </p:cNvPr>
          <p:cNvSpPr txBox="1"/>
          <p:nvPr/>
        </p:nvSpPr>
        <p:spPr>
          <a:xfrm>
            <a:off x="6758193" y="4778274"/>
            <a:ext cx="4359965" cy="461665"/>
          </a:xfrm>
          <a:prstGeom prst="rect">
            <a:avLst/>
          </a:prstGeom>
          <a:noFill/>
        </p:spPr>
        <p:txBody>
          <a:bodyPr wrap="square" rtlCol="0">
            <a:spAutoFit/>
          </a:bodyPr>
          <a:lstStyle/>
          <a:p>
            <a:r>
              <a:rPr lang="en-US" altLang="ja-JP" sz="2400" dirty="0"/>
              <a:t>5</a:t>
            </a:r>
            <a:r>
              <a:rPr lang="ja-JP" altLang="en-US" sz="2400"/>
              <a:t>量子ビットのクラスター状態</a:t>
            </a:r>
            <a:endParaRPr kumimoji="1" lang="ja-JP" altLang="en-US" sz="2400"/>
          </a:p>
        </p:txBody>
      </p:sp>
      <p:sp>
        <p:nvSpPr>
          <p:cNvPr id="17" name="テキスト ボックス 16">
            <a:extLst>
              <a:ext uri="{FF2B5EF4-FFF2-40B4-BE49-F238E27FC236}">
                <a16:creationId xmlns:a16="http://schemas.microsoft.com/office/drawing/2014/main" id="{2BD68D96-E3D0-D59D-7741-0502541C6016}"/>
              </a:ext>
            </a:extLst>
          </p:cNvPr>
          <p:cNvSpPr txBox="1"/>
          <p:nvPr/>
        </p:nvSpPr>
        <p:spPr>
          <a:xfrm>
            <a:off x="316671" y="5608406"/>
            <a:ext cx="11000961" cy="830997"/>
          </a:xfrm>
          <a:prstGeom prst="rect">
            <a:avLst/>
          </a:prstGeom>
          <a:noFill/>
        </p:spPr>
        <p:txBody>
          <a:bodyPr wrap="square" rtlCol="0">
            <a:spAutoFit/>
          </a:bodyPr>
          <a:lstStyle/>
          <a:p>
            <a:r>
              <a:rPr lang="ja-JP" altLang="en-US" sz="2400"/>
              <a:t>クラスター状態の</a:t>
            </a:r>
            <a:r>
              <a:rPr lang="en-US" altLang="ja-JP" sz="2400" dirty="0"/>
              <a:t>Infidelity</a:t>
            </a:r>
            <a:r>
              <a:rPr lang="ja-JP" altLang="en-US" sz="2400"/>
              <a:t>推定値はショット数が大きくなるにつれて値が減少し、その値はショット数が一定で量子ビット数が</a:t>
            </a:r>
            <a:r>
              <a:rPr lang="en-US" altLang="ja-JP" sz="2400" dirty="0"/>
              <a:t>3</a:t>
            </a:r>
            <a:r>
              <a:rPr lang="ja-JP" altLang="en-US" sz="2400"/>
              <a:t>から</a:t>
            </a:r>
            <a:r>
              <a:rPr lang="en-US" altLang="ja-JP" sz="2400" dirty="0"/>
              <a:t>5</a:t>
            </a:r>
            <a:r>
              <a:rPr lang="ja-JP" altLang="en-US" sz="2400"/>
              <a:t>に増えても変化しない</a:t>
            </a:r>
            <a:endParaRPr kumimoji="1" lang="ja-JP" altLang="en-US" sz="2400"/>
          </a:p>
        </p:txBody>
      </p:sp>
      <p:sp>
        <p:nvSpPr>
          <p:cNvPr id="18" name="テキスト ボックス 17">
            <a:extLst>
              <a:ext uri="{FF2B5EF4-FFF2-40B4-BE49-F238E27FC236}">
                <a16:creationId xmlns:a16="http://schemas.microsoft.com/office/drawing/2014/main" id="{932FBE17-8EA5-DFDC-2D67-D5D421ED1C7A}"/>
              </a:ext>
            </a:extLst>
          </p:cNvPr>
          <p:cNvSpPr txBox="1"/>
          <p:nvPr/>
        </p:nvSpPr>
        <p:spPr>
          <a:xfrm>
            <a:off x="2199861" y="4399722"/>
            <a:ext cx="1974574" cy="369332"/>
          </a:xfrm>
          <a:prstGeom prst="rect">
            <a:avLst/>
          </a:prstGeom>
          <a:solidFill>
            <a:schemeClr val="bg1"/>
          </a:solidFill>
        </p:spPr>
        <p:txBody>
          <a:bodyPr wrap="square" rtlCol="0">
            <a:spAutoFit/>
          </a:bodyPr>
          <a:lstStyle/>
          <a:p>
            <a:r>
              <a:rPr kumimoji="1" lang="ja-JP" altLang="en-US"/>
              <a:t>ショット数</a:t>
            </a:r>
          </a:p>
        </p:txBody>
      </p:sp>
      <p:sp>
        <p:nvSpPr>
          <p:cNvPr id="19" name="テキスト ボックス 18">
            <a:extLst>
              <a:ext uri="{FF2B5EF4-FFF2-40B4-BE49-F238E27FC236}">
                <a16:creationId xmlns:a16="http://schemas.microsoft.com/office/drawing/2014/main" id="{A95059C8-B18B-8E42-3DE1-140384CC5732}"/>
              </a:ext>
            </a:extLst>
          </p:cNvPr>
          <p:cNvSpPr txBox="1"/>
          <p:nvPr/>
        </p:nvSpPr>
        <p:spPr>
          <a:xfrm rot="16200000">
            <a:off x="-1632189" y="2353125"/>
            <a:ext cx="3776871" cy="369332"/>
          </a:xfrm>
          <a:prstGeom prst="rect">
            <a:avLst/>
          </a:prstGeom>
          <a:solidFill>
            <a:schemeClr val="bg1"/>
          </a:solidFill>
        </p:spPr>
        <p:txBody>
          <a:bodyPr wrap="square" rtlCol="0">
            <a:spAutoFit/>
          </a:bodyPr>
          <a:lstStyle/>
          <a:p>
            <a:r>
              <a:rPr lang="en-US" altLang="ja-JP" dirty="0"/>
              <a:t>Infidelity</a:t>
            </a:r>
            <a:r>
              <a:rPr lang="ja-JP" altLang="en-US"/>
              <a:t>の平均（標準偏差）</a:t>
            </a:r>
            <a:endParaRPr kumimoji="1" lang="ja-JP" altLang="en-US"/>
          </a:p>
        </p:txBody>
      </p:sp>
      <p:sp>
        <p:nvSpPr>
          <p:cNvPr id="20" name="テキスト ボックス 19">
            <a:extLst>
              <a:ext uri="{FF2B5EF4-FFF2-40B4-BE49-F238E27FC236}">
                <a16:creationId xmlns:a16="http://schemas.microsoft.com/office/drawing/2014/main" id="{83677AC6-A9D6-615A-81EA-720024EACE52}"/>
              </a:ext>
            </a:extLst>
          </p:cNvPr>
          <p:cNvSpPr txBox="1"/>
          <p:nvPr/>
        </p:nvSpPr>
        <p:spPr>
          <a:xfrm>
            <a:off x="7838661" y="4399722"/>
            <a:ext cx="1974574" cy="369332"/>
          </a:xfrm>
          <a:prstGeom prst="rect">
            <a:avLst/>
          </a:prstGeom>
          <a:solidFill>
            <a:schemeClr val="bg1"/>
          </a:solidFill>
        </p:spPr>
        <p:txBody>
          <a:bodyPr wrap="square" rtlCol="0">
            <a:spAutoFit/>
          </a:bodyPr>
          <a:lstStyle/>
          <a:p>
            <a:r>
              <a:rPr kumimoji="1" lang="ja-JP" altLang="en-US"/>
              <a:t>ショット数</a:t>
            </a:r>
          </a:p>
        </p:txBody>
      </p:sp>
      <p:sp>
        <p:nvSpPr>
          <p:cNvPr id="21" name="テキスト ボックス 20">
            <a:extLst>
              <a:ext uri="{FF2B5EF4-FFF2-40B4-BE49-F238E27FC236}">
                <a16:creationId xmlns:a16="http://schemas.microsoft.com/office/drawing/2014/main" id="{E42BC3B1-E758-9E46-317B-2A1BC92BB491}"/>
              </a:ext>
            </a:extLst>
          </p:cNvPr>
          <p:cNvSpPr txBox="1"/>
          <p:nvPr/>
        </p:nvSpPr>
        <p:spPr>
          <a:xfrm>
            <a:off x="7578936" y="4021170"/>
            <a:ext cx="1974574" cy="369332"/>
          </a:xfrm>
          <a:prstGeom prst="rect">
            <a:avLst/>
          </a:prstGeom>
          <a:solidFill>
            <a:schemeClr val="bg1"/>
          </a:solidFill>
        </p:spPr>
        <p:txBody>
          <a:bodyPr wrap="square" rtlCol="0">
            <a:spAutoFit/>
          </a:bodyPr>
          <a:lstStyle/>
          <a:p>
            <a:endParaRPr kumimoji="1" lang="ja-JP" altLang="en-US"/>
          </a:p>
        </p:txBody>
      </p:sp>
    </p:spTree>
    <p:extLst>
      <p:ext uri="{BB962C8B-B14F-4D97-AF65-F5344CB8AC3E}">
        <p14:creationId xmlns:p14="http://schemas.microsoft.com/office/powerpoint/2010/main" val="6214737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图示&#10;&#10;AI 生成的内容可能不正确。">
            <a:extLst>
              <a:ext uri="{FF2B5EF4-FFF2-40B4-BE49-F238E27FC236}">
                <a16:creationId xmlns:a16="http://schemas.microsoft.com/office/drawing/2014/main" id="{52144A76-CFED-FDBD-FEAE-26CFB686D936}"/>
              </a:ext>
            </a:extLst>
          </p:cNvPr>
          <p:cNvPicPr>
            <a:picLocks noChangeAspect="1"/>
          </p:cNvPicPr>
          <p:nvPr/>
        </p:nvPicPr>
        <p:blipFill>
          <a:blip r:embed="rId3"/>
          <a:stretch>
            <a:fillRect/>
          </a:stretch>
        </p:blipFill>
        <p:spPr>
          <a:xfrm>
            <a:off x="309442" y="2624754"/>
            <a:ext cx="5070438" cy="1957489"/>
          </a:xfrm>
          <a:prstGeom prst="rect">
            <a:avLst/>
          </a:prstGeom>
        </p:spPr>
      </p:pic>
      <p:sp>
        <p:nvSpPr>
          <p:cNvPr id="4" name="タイトル 1">
            <a:extLst>
              <a:ext uri="{FF2B5EF4-FFF2-40B4-BE49-F238E27FC236}">
                <a16:creationId xmlns:a16="http://schemas.microsoft.com/office/drawing/2014/main" id="{30AD3F0B-E802-0529-3261-4DE0B6E1CAD8}"/>
              </a:ext>
            </a:extLst>
          </p:cNvPr>
          <p:cNvSpPr>
            <a:spLocks noGrp="1"/>
          </p:cNvSpPr>
          <p:nvPr>
            <p:ph type="title"/>
          </p:nvPr>
        </p:nvSpPr>
        <p:spPr>
          <a:xfrm>
            <a:off x="0" y="41698"/>
            <a:ext cx="10515600" cy="946077"/>
          </a:xfrm>
        </p:spPr>
        <p:txBody>
          <a:bodyPr>
            <a:normAutofit fontScale="90000"/>
          </a:bodyPr>
          <a:lstStyle/>
          <a:p>
            <a:r>
              <a:rPr kumimoji="1" lang="en-US" altLang="ja-JP" dirty="0">
                <a:latin typeface="Arial" panose="020B0604020202020204" pitchFamily="34" charset="0"/>
                <a:cs typeface="Arial" panose="020B0604020202020204" pitchFamily="34" charset="0"/>
              </a:rPr>
              <a:t>2.3.1 CST</a:t>
            </a:r>
            <a:r>
              <a:rPr kumimoji="1" lang="ja-JP" altLang="en-US">
                <a:latin typeface="Arial" panose="020B0604020202020204" pitchFamily="34" charset="0"/>
                <a:cs typeface="Arial" panose="020B0604020202020204" pitchFamily="34" charset="0"/>
              </a:rPr>
              <a:t>を</a:t>
            </a:r>
            <a:r>
              <a:rPr kumimoji="1" lang="en-US" altLang="ja-JP" dirty="0">
                <a:latin typeface="Arial" panose="020B0604020202020204" pitchFamily="34" charset="0"/>
                <a:cs typeface="Arial" panose="020B0604020202020204" pitchFamily="34" charset="0"/>
              </a:rPr>
              <a:t>Ising model</a:t>
            </a:r>
            <a:r>
              <a:rPr kumimoji="1" lang="ja-JP" altLang="en-US">
                <a:latin typeface="Arial" panose="020B0604020202020204" pitchFamily="34" charset="0"/>
                <a:cs typeface="Arial" panose="020B0604020202020204" pitchFamily="34" charset="0"/>
              </a:rPr>
              <a:t>の基底状態の解析</a:t>
            </a:r>
            <a:endParaRPr kumimoji="1" lang="ja-JP" altLang="en-US" b="1" dirty="0"/>
          </a:p>
        </p:txBody>
      </p:sp>
      <p:pic>
        <p:nvPicPr>
          <p:cNvPr id="8" name="コンテンツ プレースホルダー 6" descr="ダイアグラム&#10;&#10;AI 生成コンテンツは誤りを含む可能性があります。">
            <a:extLst>
              <a:ext uri="{FF2B5EF4-FFF2-40B4-BE49-F238E27FC236}">
                <a16:creationId xmlns:a16="http://schemas.microsoft.com/office/drawing/2014/main" id="{2220B0F9-A3E5-9D08-6CB0-BB0092C3C1D0}"/>
              </a:ext>
            </a:extLst>
          </p:cNvPr>
          <p:cNvPicPr>
            <a:picLocks noChangeAspect="1"/>
          </p:cNvPicPr>
          <p:nvPr/>
        </p:nvPicPr>
        <p:blipFill>
          <a:blip r:embed="rId4"/>
          <a:srcRect l="31683" t="24854" r="54731" b="29827"/>
          <a:stretch>
            <a:fillRect/>
          </a:stretch>
        </p:blipFill>
        <p:spPr>
          <a:xfrm>
            <a:off x="5409510" y="3009538"/>
            <a:ext cx="1428751" cy="1447801"/>
          </a:xfrm>
          <a:prstGeom prst="rect">
            <a:avLst/>
          </a:prstGeom>
        </p:spPr>
      </p:pic>
      <p:sp>
        <p:nvSpPr>
          <p:cNvPr id="11" name="タイトル 1">
            <a:extLst>
              <a:ext uri="{FF2B5EF4-FFF2-40B4-BE49-F238E27FC236}">
                <a16:creationId xmlns:a16="http://schemas.microsoft.com/office/drawing/2014/main" id="{0F2C8E70-56DB-1E51-3D69-41B95C7C1063}"/>
              </a:ext>
            </a:extLst>
          </p:cNvPr>
          <p:cNvSpPr txBox="1">
            <a:spLocks/>
          </p:cNvSpPr>
          <p:nvPr/>
        </p:nvSpPr>
        <p:spPr>
          <a:xfrm>
            <a:off x="2346868" y="780590"/>
            <a:ext cx="3460959" cy="119646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2800" dirty="0">
                <a:latin typeface="Arial" panose="020B0604020202020204" pitchFamily="34" charset="0"/>
                <a:cs typeface="Arial" panose="020B0604020202020204" pitchFamily="34" charset="0"/>
              </a:rPr>
              <a:t>Ising model</a:t>
            </a:r>
            <a:endParaRPr lang="ja-JP" altLang="en-US" sz="2800" dirty="0">
              <a:latin typeface="Arial" panose="020B0604020202020204" pitchFamily="34" charset="0"/>
              <a:cs typeface="Arial" panose="020B0604020202020204" pitchFamily="34" charset="0"/>
            </a:endParaRPr>
          </a:p>
        </p:txBody>
      </p:sp>
      <p:pic>
        <p:nvPicPr>
          <p:cNvPr id="13" name="图片 12">
            <a:extLst>
              <a:ext uri="{FF2B5EF4-FFF2-40B4-BE49-F238E27FC236}">
                <a16:creationId xmlns:a16="http://schemas.microsoft.com/office/drawing/2014/main" id="{B3320D7E-DE7E-9104-AFEA-5018FC121E32}"/>
              </a:ext>
            </a:extLst>
          </p:cNvPr>
          <p:cNvPicPr>
            <a:picLocks noChangeAspect="1"/>
          </p:cNvPicPr>
          <p:nvPr/>
        </p:nvPicPr>
        <p:blipFill>
          <a:blip r:embed="rId5"/>
          <a:stretch>
            <a:fillRect/>
          </a:stretch>
        </p:blipFill>
        <p:spPr>
          <a:xfrm>
            <a:off x="2091717" y="1687884"/>
            <a:ext cx="2422844" cy="823296"/>
          </a:xfrm>
          <a:prstGeom prst="rect">
            <a:avLst/>
          </a:prstGeom>
        </p:spPr>
      </p:pic>
      <p:sp>
        <p:nvSpPr>
          <p:cNvPr id="16" name="タイトル 1">
            <a:extLst>
              <a:ext uri="{FF2B5EF4-FFF2-40B4-BE49-F238E27FC236}">
                <a16:creationId xmlns:a16="http://schemas.microsoft.com/office/drawing/2014/main" id="{0770045E-4BB9-2E0F-BB02-FA1BEBE4363D}"/>
              </a:ext>
            </a:extLst>
          </p:cNvPr>
          <p:cNvSpPr txBox="1">
            <a:spLocks/>
          </p:cNvSpPr>
          <p:nvPr/>
        </p:nvSpPr>
        <p:spPr>
          <a:xfrm>
            <a:off x="2848090" y="4303159"/>
            <a:ext cx="1280424" cy="73376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2800" dirty="0">
                <a:latin typeface="Arial" panose="020B0604020202020204" pitchFamily="34" charset="0"/>
                <a:cs typeface="Arial" panose="020B0604020202020204" pitchFamily="34" charset="0"/>
              </a:rPr>
              <a:t>VQE</a:t>
            </a:r>
            <a:endParaRPr lang="ja-JP" altLang="en-US" sz="2800" dirty="0">
              <a:latin typeface="Arial" panose="020B0604020202020204" pitchFamily="34" charset="0"/>
              <a:cs typeface="Arial" panose="020B0604020202020204" pitchFamily="34" charset="0"/>
            </a:endParaRPr>
          </a:p>
        </p:txBody>
      </p:sp>
      <p:cxnSp>
        <p:nvCxnSpPr>
          <p:cNvPr id="18" name="连接符: 肘形 17">
            <a:extLst>
              <a:ext uri="{FF2B5EF4-FFF2-40B4-BE49-F238E27FC236}">
                <a16:creationId xmlns:a16="http://schemas.microsoft.com/office/drawing/2014/main" id="{AC74F565-D085-375C-3C71-65A07D0C90C3}"/>
              </a:ext>
            </a:extLst>
          </p:cNvPr>
          <p:cNvCxnSpPr>
            <a:cxnSpLocks/>
          </p:cNvCxnSpPr>
          <p:nvPr/>
        </p:nvCxnSpPr>
        <p:spPr>
          <a:xfrm flipV="1">
            <a:off x="3547372" y="3448050"/>
            <a:ext cx="3724275" cy="2177681"/>
          </a:xfrm>
          <a:prstGeom prst="bentConnector3">
            <a:avLst>
              <a:gd name="adj1" fmla="val 89642"/>
            </a:avLst>
          </a:prstGeom>
          <a:ln w="28575"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4" name="タイトル 1">
            <a:extLst>
              <a:ext uri="{FF2B5EF4-FFF2-40B4-BE49-F238E27FC236}">
                <a16:creationId xmlns:a16="http://schemas.microsoft.com/office/drawing/2014/main" id="{06D7A38F-83CC-644C-785E-5439C9D069CD}"/>
              </a:ext>
            </a:extLst>
          </p:cNvPr>
          <p:cNvSpPr txBox="1">
            <a:spLocks/>
          </p:cNvSpPr>
          <p:nvPr/>
        </p:nvSpPr>
        <p:spPr>
          <a:xfrm>
            <a:off x="8085964" y="780590"/>
            <a:ext cx="3460959" cy="119646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2800" dirty="0">
                <a:latin typeface="Arial" panose="020B0604020202020204" pitchFamily="34" charset="0"/>
                <a:cs typeface="Arial" panose="020B0604020202020204" pitchFamily="34" charset="0"/>
              </a:rPr>
              <a:t>Classic shadow</a:t>
            </a:r>
            <a:endParaRPr lang="ja-JP" altLang="en-US" sz="2800" dirty="0">
              <a:latin typeface="Arial" panose="020B0604020202020204" pitchFamily="34" charset="0"/>
              <a:cs typeface="Arial" panose="020B0604020202020204" pitchFamily="34" charset="0"/>
            </a:endParaRPr>
          </a:p>
        </p:txBody>
      </p:sp>
      <p:pic>
        <p:nvPicPr>
          <p:cNvPr id="26" name="图片 25">
            <a:extLst>
              <a:ext uri="{FF2B5EF4-FFF2-40B4-BE49-F238E27FC236}">
                <a16:creationId xmlns:a16="http://schemas.microsoft.com/office/drawing/2014/main" id="{554F55B4-0EB9-C8BC-3C3F-A75E115A4A79}"/>
              </a:ext>
            </a:extLst>
          </p:cNvPr>
          <p:cNvPicPr>
            <a:picLocks noChangeAspect="1"/>
          </p:cNvPicPr>
          <p:nvPr/>
        </p:nvPicPr>
        <p:blipFill>
          <a:blip r:embed="rId6"/>
          <a:srcRect r="3919"/>
          <a:stretch>
            <a:fillRect/>
          </a:stretch>
        </p:blipFill>
        <p:spPr>
          <a:xfrm>
            <a:off x="6990649" y="1687884"/>
            <a:ext cx="5208068" cy="1267002"/>
          </a:xfrm>
          <a:prstGeom prst="rect">
            <a:avLst/>
          </a:prstGeom>
        </p:spPr>
      </p:pic>
      <p:sp>
        <p:nvSpPr>
          <p:cNvPr id="28" name="文本框 27">
            <a:extLst>
              <a:ext uri="{FF2B5EF4-FFF2-40B4-BE49-F238E27FC236}">
                <a16:creationId xmlns:a16="http://schemas.microsoft.com/office/drawing/2014/main" id="{E4D4285B-4B2C-0D38-1124-517592FF995E}"/>
              </a:ext>
            </a:extLst>
          </p:cNvPr>
          <p:cNvSpPr txBox="1"/>
          <p:nvPr/>
        </p:nvSpPr>
        <p:spPr>
          <a:xfrm>
            <a:off x="1675203" y="5405539"/>
            <a:ext cx="2822640" cy="523220"/>
          </a:xfrm>
          <a:prstGeom prst="rect">
            <a:avLst/>
          </a:prstGeom>
          <a:noFill/>
        </p:spPr>
        <p:txBody>
          <a:bodyPr wrap="square" rtlCol="0">
            <a:spAutoFit/>
          </a:bodyPr>
          <a:lstStyle/>
          <a:p>
            <a:r>
              <a:rPr lang="ja-JP" altLang="en-US" sz="2800" dirty="0"/>
              <a:t>基底状態</a:t>
            </a:r>
            <a:r>
              <a:rPr lang="en-US" altLang="zh-CN" sz="2800" dirty="0"/>
              <a:t>ρ</a:t>
            </a:r>
            <a:endParaRPr kumimoji="1" lang="ja-JP" altLang="en-US" sz="2800" dirty="0"/>
          </a:p>
        </p:txBody>
      </p:sp>
      <p:sp>
        <p:nvSpPr>
          <p:cNvPr id="29" name="箭头: 虚尾 28">
            <a:extLst>
              <a:ext uri="{FF2B5EF4-FFF2-40B4-BE49-F238E27FC236}">
                <a16:creationId xmlns:a16="http://schemas.microsoft.com/office/drawing/2014/main" id="{AE5AE8DF-6D77-1E49-274E-A21819AF96AA}"/>
              </a:ext>
            </a:extLst>
          </p:cNvPr>
          <p:cNvSpPr/>
          <p:nvPr/>
        </p:nvSpPr>
        <p:spPr>
          <a:xfrm rot="5400000">
            <a:off x="3086790" y="4755701"/>
            <a:ext cx="432698" cy="701306"/>
          </a:xfrm>
          <a:prstGeom prst="stripedRightArrow">
            <a:avLst/>
          </a:prstGeom>
          <a:solidFill>
            <a:srgbClr val="81B2EB"/>
          </a:solidFill>
          <a:ln>
            <a:solidFill>
              <a:srgbClr val="81B2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箭头: 虚尾 29">
            <a:extLst>
              <a:ext uri="{FF2B5EF4-FFF2-40B4-BE49-F238E27FC236}">
                <a16:creationId xmlns:a16="http://schemas.microsoft.com/office/drawing/2014/main" id="{57506590-330D-F5F3-3016-1B7245EF356C}"/>
              </a:ext>
            </a:extLst>
          </p:cNvPr>
          <p:cNvSpPr/>
          <p:nvPr/>
        </p:nvSpPr>
        <p:spPr>
          <a:xfrm rot="5400000">
            <a:off x="9190255" y="2907851"/>
            <a:ext cx="432698" cy="701306"/>
          </a:xfrm>
          <a:prstGeom prst="stripedRightArrow">
            <a:avLst/>
          </a:prstGeom>
          <a:solidFill>
            <a:srgbClr val="81B2EB"/>
          </a:solidFill>
          <a:ln>
            <a:solidFill>
              <a:srgbClr val="81B2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矩形: 圆角 30">
            <a:extLst>
              <a:ext uri="{FF2B5EF4-FFF2-40B4-BE49-F238E27FC236}">
                <a16:creationId xmlns:a16="http://schemas.microsoft.com/office/drawing/2014/main" id="{CA466F88-41C9-9BEE-AF63-88C79739174B}"/>
              </a:ext>
            </a:extLst>
          </p:cNvPr>
          <p:cNvSpPr/>
          <p:nvPr/>
        </p:nvSpPr>
        <p:spPr>
          <a:xfrm>
            <a:off x="7694158" y="3623902"/>
            <a:ext cx="3606869" cy="2571750"/>
          </a:xfrm>
          <a:prstGeom prst="roundRect">
            <a:avLst>
              <a:gd name="adj" fmla="val 100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タイトル 1">
            <a:extLst>
              <a:ext uri="{FF2B5EF4-FFF2-40B4-BE49-F238E27FC236}">
                <a16:creationId xmlns:a16="http://schemas.microsoft.com/office/drawing/2014/main" id="{1D790408-9CAB-6A02-5396-4897C09D4B66}"/>
              </a:ext>
            </a:extLst>
          </p:cNvPr>
          <p:cNvSpPr txBox="1">
            <a:spLocks/>
          </p:cNvSpPr>
          <p:nvPr/>
        </p:nvSpPr>
        <p:spPr>
          <a:xfrm>
            <a:off x="8524113" y="3304882"/>
            <a:ext cx="3460959" cy="119646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2800" dirty="0">
                <a:latin typeface="Arial" panose="020B0604020202020204" pitchFamily="34" charset="0"/>
                <a:cs typeface="Arial" panose="020B0604020202020204" pitchFamily="34" charset="0"/>
              </a:rPr>
              <a:t>Prediction</a:t>
            </a:r>
            <a:endParaRPr lang="ja-JP" altLang="en-US" sz="2800" dirty="0">
              <a:latin typeface="Arial" panose="020B0604020202020204" pitchFamily="34" charset="0"/>
              <a:cs typeface="Arial" panose="020B0604020202020204" pitchFamily="34" charset="0"/>
            </a:endParaRPr>
          </a:p>
        </p:txBody>
      </p:sp>
      <p:sp>
        <p:nvSpPr>
          <p:cNvPr id="33" name="文本框 32">
            <a:extLst>
              <a:ext uri="{FF2B5EF4-FFF2-40B4-BE49-F238E27FC236}">
                <a16:creationId xmlns:a16="http://schemas.microsoft.com/office/drawing/2014/main" id="{DE0B74C2-A42C-D0E5-8D52-F9D8BBDCE63E}"/>
              </a:ext>
            </a:extLst>
          </p:cNvPr>
          <p:cNvSpPr txBox="1"/>
          <p:nvPr/>
        </p:nvSpPr>
        <p:spPr>
          <a:xfrm>
            <a:off x="8290250" y="4143869"/>
            <a:ext cx="3352800" cy="1815882"/>
          </a:xfrm>
          <a:prstGeom prst="rect">
            <a:avLst/>
          </a:prstGeom>
          <a:noFill/>
        </p:spPr>
        <p:txBody>
          <a:bodyPr wrap="square" rtlCol="0">
            <a:spAutoFit/>
          </a:bodyPr>
          <a:lstStyle/>
          <a:p>
            <a:pPr marL="285750" indent="-285750">
              <a:buFont typeface="Arial" panose="020B0604020202020204" pitchFamily="34" charset="0"/>
              <a:buChar char="•"/>
            </a:pPr>
            <a:r>
              <a:rPr lang="ja-JP" altLang="en-US" sz="2800" dirty="0">
                <a:latin typeface="Arial" panose="020B0604020202020204" pitchFamily="34" charset="0"/>
                <a:cs typeface="Arial" panose="020B0604020202020204" pitchFamily="34" charset="0"/>
              </a:rPr>
              <a:t>磁化率</a:t>
            </a:r>
            <a:endParaRPr lang="en-US" altLang="ja-JP" sz="28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kumimoji="1" lang="ja-JP" altLang="en-US" sz="2800" dirty="0">
                <a:latin typeface="Arial" panose="020B0604020202020204" pitchFamily="34" charset="0"/>
                <a:cs typeface="Arial" panose="020B0604020202020204" pitchFamily="34" charset="0"/>
              </a:rPr>
              <a:t>比熱</a:t>
            </a:r>
            <a:endParaRPr kumimoji="1" lang="en-US" altLang="ja-JP" sz="28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ja-JP" altLang="en-US" sz="2800" dirty="0">
                <a:latin typeface="Arial" panose="020B0604020202020204" pitchFamily="34" charset="0"/>
                <a:cs typeface="Arial" panose="020B0604020202020204" pitchFamily="34" charset="0"/>
              </a:rPr>
              <a:t>相関関数</a:t>
            </a:r>
            <a:endParaRPr lang="en-US" altLang="ja-JP" sz="28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kumimoji="1" lang="ja-JP" altLang="en-US" sz="2800" dirty="0">
                <a:latin typeface="Arial" panose="020B0604020202020204" pitchFamily="34" charset="0"/>
                <a:cs typeface="Arial" panose="020B0604020202020204" pitchFamily="34" charset="0"/>
              </a:rPr>
              <a:t>臨界指数</a:t>
            </a:r>
          </a:p>
        </p:txBody>
      </p:sp>
      <p:sp>
        <p:nvSpPr>
          <p:cNvPr id="2" name="正方形/長方形 1">
            <a:extLst>
              <a:ext uri="{FF2B5EF4-FFF2-40B4-BE49-F238E27FC236}">
                <a16:creationId xmlns:a16="http://schemas.microsoft.com/office/drawing/2014/main" id="{AD1E3494-F2E2-DCB7-32BC-91D706FDE316}"/>
              </a:ext>
            </a:extLst>
          </p:cNvPr>
          <p:cNvSpPr/>
          <p:nvPr/>
        </p:nvSpPr>
        <p:spPr>
          <a:xfrm>
            <a:off x="10236821" y="0"/>
            <a:ext cx="1955179" cy="433137"/>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ja-JP" dirty="0"/>
              <a:t>Application</a:t>
            </a:r>
            <a:endParaRPr kumimoji="1" lang="ja-JP" altLang="en-US" dirty="0"/>
          </a:p>
        </p:txBody>
      </p:sp>
      <p:sp>
        <p:nvSpPr>
          <p:cNvPr id="3" name="角丸四角形 2">
            <a:extLst>
              <a:ext uri="{FF2B5EF4-FFF2-40B4-BE49-F238E27FC236}">
                <a16:creationId xmlns:a16="http://schemas.microsoft.com/office/drawing/2014/main" id="{E0C9394E-E11C-943E-E56B-AA699D408863}"/>
              </a:ext>
            </a:extLst>
          </p:cNvPr>
          <p:cNvSpPr/>
          <p:nvPr/>
        </p:nvSpPr>
        <p:spPr>
          <a:xfrm>
            <a:off x="309442" y="987775"/>
            <a:ext cx="6681207" cy="541302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105422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630EA91-AC2F-0B84-DB8C-EE094C8167AA}"/>
              </a:ext>
            </a:extLst>
          </p:cNvPr>
          <p:cNvSpPr>
            <a:spLocks noGrp="1"/>
          </p:cNvSpPr>
          <p:nvPr>
            <p:ph type="title"/>
          </p:nvPr>
        </p:nvSpPr>
        <p:spPr>
          <a:xfrm>
            <a:off x="0" y="106018"/>
            <a:ext cx="10813774" cy="1007166"/>
          </a:xfrm>
        </p:spPr>
        <p:txBody>
          <a:bodyPr>
            <a:normAutofit/>
          </a:bodyPr>
          <a:lstStyle/>
          <a:p>
            <a:r>
              <a:rPr lang="en-US" altLang="ja-JP" sz="4000" dirty="0">
                <a:latin typeface="Arial" panose="020B0604020202020204" pitchFamily="34" charset="0"/>
                <a:cs typeface="Arial" panose="020B0604020202020204" pitchFamily="34" charset="0"/>
              </a:rPr>
              <a:t>2.3.2 CST</a:t>
            </a:r>
            <a:r>
              <a:rPr lang="ja-JP" altLang="en-US" sz="4000">
                <a:latin typeface="Arial" panose="020B0604020202020204" pitchFamily="34" charset="0"/>
                <a:cs typeface="Arial" panose="020B0604020202020204" pitchFamily="34" charset="0"/>
              </a:rPr>
              <a:t>を</a:t>
            </a:r>
            <a:r>
              <a:rPr lang="en-US" altLang="ja-JP" sz="4000" dirty="0">
                <a:latin typeface="Arial" panose="020B0604020202020204" pitchFamily="34" charset="0"/>
                <a:cs typeface="Arial" panose="020B0604020202020204" pitchFamily="34" charset="0"/>
              </a:rPr>
              <a:t>Ising model</a:t>
            </a:r>
            <a:r>
              <a:rPr lang="ja-JP" altLang="en-US" sz="4000">
                <a:latin typeface="Arial" panose="020B0604020202020204" pitchFamily="34" charset="0"/>
                <a:cs typeface="Arial" panose="020B0604020202020204" pitchFamily="34" charset="0"/>
              </a:rPr>
              <a:t>の基底状態の解析</a:t>
            </a:r>
            <a:endParaRPr kumimoji="1" lang="ja-JP" altLang="en-US" sz="4000"/>
          </a:p>
        </p:txBody>
      </p:sp>
      <p:sp>
        <p:nvSpPr>
          <p:cNvPr id="3" name="コンテンツ プレースホルダー 2">
            <a:extLst>
              <a:ext uri="{FF2B5EF4-FFF2-40B4-BE49-F238E27FC236}">
                <a16:creationId xmlns:a16="http://schemas.microsoft.com/office/drawing/2014/main" id="{0EEA1768-4A7D-10A9-5F7C-2D5E64315750}"/>
              </a:ext>
            </a:extLst>
          </p:cNvPr>
          <p:cNvSpPr>
            <a:spLocks noGrp="1"/>
          </p:cNvSpPr>
          <p:nvPr>
            <p:ph idx="1"/>
          </p:nvPr>
        </p:nvSpPr>
        <p:spPr>
          <a:xfrm>
            <a:off x="698810" y="5563673"/>
            <a:ext cx="10515600" cy="1188308"/>
          </a:xfrm>
        </p:spPr>
        <p:txBody>
          <a:bodyPr/>
          <a:lstStyle/>
          <a:p>
            <a:r>
              <a:rPr kumimoji="1" lang="en-US" altLang="ja-JP" dirty="0"/>
              <a:t>VQE</a:t>
            </a:r>
            <a:r>
              <a:rPr kumimoji="1" lang="ja-JP" altLang="en-US"/>
              <a:t>によって、対応する量子状態のエネルギー期待値が基底状態に収束している</a:t>
            </a:r>
          </a:p>
        </p:txBody>
      </p:sp>
      <p:sp>
        <p:nvSpPr>
          <p:cNvPr id="4" name="正方形/長方形 3">
            <a:extLst>
              <a:ext uri="{FF2B5EF4-FFF2-40B4-BE49-F238E27FC236}">
                <a16:creationId xmlns:a16="http://schemas.microsoft.com/office/drawing/2014/main" id="{73BC1EE9-4866-A691-9F52-6AD3FC63E651}"/>
              </a:ext>
            </a:extLst>
          </p:cNvPr>
          <p:cNvSpPr/>
          <p:nvPr/>
        </p:nvSpPr>
        <p:spPr>
          <a:xfrm>
            <a:off x="10236821" y="0"/>
            <a:ext cx="1955179" cy="433137"/>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ja-JP" dirty="0"/>
              <a:t>Results</a:t>
            </a:r>
            <a:endParaRPr kumimoji="1" lang="ja-JP" altLang="en-US"/>
          </a:p>
        </p:txBody>
      </p:sp>
      <p:pic>
        <p:nvPicPr>
          <p:cNvPr id="7170" name="Picture 2">
            <a:extLst>
              <a:ext uri="{FF2B5EF4-FFF2-40B4-BE49-F238E27FC236}">
                <a16:creationId xmlns:a16="http://schemas.microsoft.com/office/drawing/2014/main" id="{FD2A4D7A-01E2-EFAE-83A3-F110FB5625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667" y="1219202"/>
            <a:ext cx="11908665" cy="3890474"/>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69CACE86-1F0C-6C94-06ED-F1EEB9030164}"/>
              </a:ext>
            </a:extLst>
          </p:cNvPr>
          <p:cNvSpPr txBox="1"/>
          <p:nvPr/>
        </p:nvSpPr>
        <p:spPr>
          <a:xfrm>
            <a:off x="5700768" y="4967342"/>
            <a:ext cx="1974574" cy="369332"/>
          </a:xfrm>
          <a:prstGeom prst="rect">
            <a:avLst/>
          </a:prstGeom>
          <a:solidFill>
            <a:schemeClr val="bg1"/>
          </a:solidFill>
        </p:spPr>
        <p:txBody>
          <a:bodyPr wrap="square" rtlCol="0">
            <a:spAutoFit/>
          </a:bodyPr>
          <a:lstStyle/>
          <a:p>
            <a:r>
              <a:rPr kumimoji="1" lang="ja-JP" altLang="en-US"/>
              <a:t>繰り返し回数</a:t>
            </a:r>
          </a:p>
        </p:txBody>
      </p:sp>
      <p:sp>
        <p:nvSpPr>
          <p:cNvPr id="6" name="テキスト ボックス 5">
            <a:extLst>
              <a:ext uri="{FF2B5EF4-FFF2-40B4-BE49-F238E27FC236}">
                <a16:creationId xmlns:a16="http://schemas.microsoft.com/office/drawing/2014/main" id="{E42225CD-81AC-A256-C439-935016A532D6}"/>
              </a:ext>
            </a:extLst>
          </p:cNvPr>
          <p:cNvSpPr txBox="1"/>
          <p:nvPr/>
        </p:nvSpPr>
        <p:spPr>
          <a:xfrm rot="16200000">
            <a:off x="-660954" y="2701870"/>
            <a:ext cx="1974574" cy="369332"/>
          </a:xfrm>
          <a:prstGeom prst="rect">
            <a:avLst/>
          </a:prstGeom>
          <a:solidFill>
            <a:schemeClr val="bg1"/>
          </a:solidFill>
        </p:spPr>
        <p:txBody>
          <a:bodyPr wrap="square" rtlCol="0">
            <a:spAutoFit/>
          </a:bodyPr>
          <a:lstStyle/>
          <a:p>
            <a:r>
              <a:rPr kumimoji="1" lang="ja-JP" altLang="en-US"/>
              <a:t>エネルギー</a:t>
            </a:r>
          </a:p>
        </p:txBody>
      </p:sp>
    </p:spTree>
    <p:extLst>
      <p:ext uri="{BB962C8B-B14F-4D97-AF65-F5344CB8AC3E}">
        <p14:creationId xmlns:p14="http://schemas.microsoft.com/office/powerpoint/2010/main" val="32190296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EE4ABA-6E1B-2F46-3A67-CB20B8ECFB8F}"/>
              </a:ext>
            </a:extLst>
          </p:cNvPr>
          <p:cNvSpPr>
            <a:spLocks noGrp="1"/>
          </p:cNvSpPr>
          <p:nvPr>
            <p:ph type="title"/>
          </p:nvPr>
        </p:nvSpPr>
        <p:spPr/>
        <p:txBody>
          <a:bodyPr/>
          <a:lstStyle/>
          <a:p>
            <a:r>
              <a:rPr kumimoji="1" lang="ja-JP" altLang="en-US"/>
              <a:t>まとめ</a:t>
            </a:r>
          </a:p>
        </p:txBody>
      </p:sp>
      <p:sp>
        <p:nvSpPr>
          <p:cNvPr id="3" name="コンテンツ プレースホルダー 2">
            <a:extLst>
              <a:ext uri="{FF2B5EF4-FFF2-40B4-BE49-F238E27FC236}">
                <a16:creationId xmlns:a16="http://schemas.microsoft.com/office/drawing/2014/main" id="{A860C53C-715E-3BCE-FD13-515BAA5D4CDE}"/>
              </a:ext>
            </a:extLst>
          </p:cNvPr>
          <p:cNvSpPr>
            <a:spLocks noGrp="1"/>
          </p:cNvSpPr>
          <p:nvPr>
            <p:ph idx="1"/>
          </p:nvPr>
        </p:nvSpPr>
        <p:spPr>
          <a:xfrm>
            <a:off x="838200" y="1443789"/>
            <a:ext cx="10515600" cy="4733174"/>
          </a:xfrm>
        </p:spPr>
        <p:txBody>
          <a:bodyPr/>
          <a:lstStyle/>
          <a:p>
            <a:r>
              <a:rPr kumimoji="1" lang="en-US" altLang="ja-JP" dirty="0"/>
              <a:t>Classical Shadow Tomography (CST)</a:t>
            </a:r>
            <a:r>
              <a:rPr lang="ja-JP" altLang="en-US"/>
              <a:t>はある量子状態の多数の物理量をより少ない回数の測定（また、測定によって得られた古典情報）から予測する手法である。</a:t>
            </a:r>
            <a:endParaRPr lang="en-US" altLang="ja-JP" dirty="0"/>
          </a:p>
          <a:p>
            <a:r>
              <a:rPr lang="en-US" altLang="ja-JP" dirty="0"/>
              <a:t>CST</a:t>
            </a:r>
            <a:r>
              <a:rPr lang="ja-JP" altLang="en-US"/>
              <a:t>を</a:t>
            </a:r>
            <a:r>
              <a:rPr lang="en-US" altLang="ja-JP" dirty="0"/>
              <a:t>GHZ</a:t>
            </a:r>
            <a:r>
              <a:rPr lang="ja-JP" altLang="en-US"/>
              <a:t>状態の</a:t>
            </a:r>
            <a:r>
              <a:rPr lang="en-US" altLang="ja-JP" dirty="0"/>
              <a:t>2-local Pauli</a:t>
            </a:r>
            <a:r>
              <a:rPr lang="ja-JP" altLang="en-US"/>
              <a:t>の期待値推定に適用し、従来の</a:t>
            </a:r>
            <a:r>
              <a:rPr lang="en-US" altLang="ja-JP" dirty="0"/>
              <a:t>Quantum State Tomography</a:t>
            </a:r>
            <a:r>
              <a:rPr lang="ja-JP" altLang="en-US"/>
              <a:t>よりより少ない</a:t>
            </a:r>
            <a:r>
              <a:rPr lang="en-US" altLang="ja-JP" dirty="0"/>
              <a:t>shot</a:t>
            </a:r>
            <a:r>
              <a:rPr lang="ja-JP" altLang="en-US"/>
              <a:t>の回数で高い推定制度を達成できること、また、ある精度を達成するのに必要なショット数が量子ビット数によらないことを実証した。</a:t>
            </a:r>
            <a:endParaRPr lang="en-US" altLang="ja-JP" dirty="0"/>
          </a:p>
          <a:p>
            <a:r>
              <a:rPr lang="en-US" altLang="ja-JP" dirty="0"/>
              <a:t>VQE</a:t>
            </a:r>
            <a:r>
              <a:rPr lang="ja-JP" altLang="en-US"/>
              <a:t>によって推定した</a:t>
            </a:r>
            <a:r>
              <a:rPr lang="en-US" altLang="ja-JP" dirty="0"/>
              <a:t>1D Ising</a:t>
            </a:r>
            <a:r>
              <a:rPr lang="ja-JP" altLang="en-US"/>
              <a:t>モデルの基底状態に</a:t>
            </a:r>
            <a:r>
              <a:rPr lang="en-US" altLang="ja-JP" dirty="0"/>
              <a:t>CST</a:t>
            </a:r>
            <a:r>
              <a:rPr lang="ja-JP" altLang="en-US"/>
              <a:t>による物理量の推定が有効であると予想し、その実証を試みた</a:t>
            </a:r>
            <a:endParaRPr lang="en-US" altLang="ja-JP" dirty="0"/>
          </a:p>
        </p:txBody>
      </p:sp>
      <p:sp>
        <p:nvSpPr>
          <p:cNvPr id="4" name="正方形/長方形 3">
            <a:extLst>
              <a:ext uri="{FF2B5EF4-FFF2-40B4-BE49-F238E27FC236}">
                <a16:creationId xmlns:a16="http://schemas.microsoft.com/office/drawing/2014/main" id="{B07E843C-7546-6C2E-D600-081E8489BE93}"/>
              </a:ext>
            </a:extLst>
          </p:cNvPr>
          <p:cNvSpPr/>
          <p:nvPr/>
        </p:nvSpPr>
        <p:spPr>
          <a:xfrm>
            <a:off x="10236821" y="0"/>
            <a:ext cx="1955179" cy="433137"/>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ja-JP" altLang="en-US"/>
              <a:t>まとめ</a:t>
            </a:r>
          </a:p>
        </p:txBody>
      </p:sp>
    </p:spTree>
    <p:extLst>
      <p:ext uri="{BB962C8B-B14F-4D97-AF65-F5344CB8AC3E}">
        <p14:creationId xmlns:p14="http://schemas.microsoft.com/office/powerpoint/2010/main" val="42438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639B5E86-3710-E45E-0241-FF3F0EED219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タイトル 1">
                <a:extLst>
                  <a:ext uri="{FF2B5EF4-FFF2-40B4-BE49-F238E27FC236}">
                    <a16:creationId xmlns:a16="http://schemas.microsoft.com/office/drawing/2014/main" id="{043938C6-CE90-4904-247F-9CBA5F50A561}"/>
                  </a:ext>
                </a:extLst>
              </p:cNvPr>
              <p:cNvSpPr>
                <a:spLocks noGrp="1"/>
              </p:cNvSpPr>
              <p:nvPr>
                <p:ph type="title"/>
              </p:nvPr>
            </p:nvSpPr>
            <p:spPr>
              <a:xfrm>
                <a:off x="29354" y="153525"/>
                <a:ext cx="11746883" cy="725923"/>
              </a:xfrm>
            </p:spPr>
            <p:txBody>
              <a:bodyPr>
                <a:normAutofit/>
              </a:bodyPr>
              <a:lstStyle/>
              <a:p>
                <a:r>
                  <a:rPr lang="ja-JP" altLang="en-US" b="1"/>
                  <a:t>補足）</a:t>
                </a:r>
                <a14:m>
                  <m:oMath xmlns:m="http://schemas.openxmlformats.org/officeDocument/2006/math">
                    <m:r>
                      <a:rPr lang="ja-JP" altLang="en-US" b="1" i="1" smtClean="0">
                        <a:latin typeface="Cambria Math" panose="02040503050406030204" pitchFamily="18" charset="0"/>
                      </a:rPr>
                      <m:t>𝓤</m:t>
                    </m:r>
                  </m:oMath>
                </a14:m>
                <a:r>
                  <a:rPr kumimoji="1" lang="ja-JP" altLang="en-US" b="1"/>
                  <a:t>として選ぶアンサンブルが重要</a:t>
                </a:r>
              </a:p>
            </p:txBody>
          </p:sp>
        </mc:Choice>
        <mc:Fallback xmlns="">
          <p:sp>
            <p:nvSpPr>
              <p:cNvPr id="2" name="タイトル 1">
                <a:extLst>
                  <a:ext uri="{FF2B5EF4-FFF2-40B4-BE49-F238E27FC236}">
                    <a16:creationId xmlns:a16="http://schemas.microsoft.com/office/drawing/2014/main" id="{043938C6-CE90-4904-247F-9CBA5F50A561}"/>
                  </a:ext>
                </a:extLst>
              </p:cNvPr>
              <p:cNvSpPr>
                <a:spLocks noGrp="1" noRot="1" noChangeAspect="1" noMove="1" noResize="1" noEditPoints="1" noAdjustHandles="1" noChangeArrowheads="1" noChangeShapeType="1" noTextEdit="1"/>
              </p:cNvSpPr>
              <p:nvPr>
                <p:ph type="title"/>
              </p:nvPr>
            </p:nvSpPr>
            <p:spPr>
              <a:xfrm>
                <a:off x="29354" y="153525"/>
                <a:ext cx="11746883" cy="725923"/>
              </a:xfrm>
              <a:blipFill>
                <a:blip r:embed="rId2"/>
                <a:stretch>
                  <a:fillRect l="-2160" t="-24138" b="-37931"/>
                </a:stretch>
              </a:blipFill>
            </p:spPr>
            <p:txBody>
              <a:bodyPr/>
              <a:lstStyle/>
              <a:p>
                <a:r>
                  <a:rPr lang="ja-JP" altLang="en-US">
                    <a:noFill/>
                  </a:rPr>
                  <a:t> </a:t>
                </a:r>
              </a:p>
            </p:txBody>
          </p:sp>
        </mc:Fallback>
      </mc:AlternateContent>
      <p:pic>
        <p:nvPicPr>
          <p:cNvPr id="5" name="図 4" descr="テキスト&#10;&#10;AI 生成コンテンツは誤りを含む可能性があります。">
            <a:extLst>
              <a:ext uri="{FF2B5EF4-FFF2-40B4-BE49-F238E27FC236}">
                <a16:creationId xmlns:a16="http://schemas.microsoft.com/office/drawing/2014/main" id="{0E674716-14B8-1D52-0CB9-A0E2F544E304}"/>
              </a:ext>
            </a:extLst>
          </p:cNvPr>
          <p:cNvPicPr>
            <a:picLocks noChangeAspect="1"/>
          </p:cNvPicPr>
          <p:nvPr/>
        </p:nvPicPr>
        <p:blipFill>
          <a:blip r:embed="rId3"/>
          <a:srcRect l="2431" t="8113" b="10086"/>
          <a:stretch>
            <a:fillRect/>
          </a:stretch>
        </p:blipFill>
        <p:spPr>
          <a:xfrm>
            <a:off x="222558" y="1215542"/>
            <a:ext cx="6435363" cy="1325563"/>
          </a:xfrm>
          <a:prstGeom prst="rect">
            <a:avLst/>
          </a:prstGeom>
        </p:spPr>
      </p:pic>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590FA22E-7E21-DC14-17EE-0960C09E92B4}"/>
                  </a:ext>
                </a:extLst>
              </p:cNvPr>
              <p:cNvSpPr>
                <a:spLocks noGrp="1"/>
              </p:cNvSpPr>
              <p:nvPr>
                <p:ph idx="1"/>
              </p:nvPr>
            </p:nvSpPr>
            <p:spPr>
              <a:xfrm>
                <a:off x="5806279" y="1215540"/>
                <a:ext cx="6163162" cy="5372622"/>
              </a:xfrm>
            </p:spPr>
            <p:txBody>
              <a:bodyPr>
                <a:normAutofit/>
              </a:bodyPr>
              <a:lstStyle/>
              <a:p>
                <a:r>
                  <a:rPr kumimoji="1" lang="ja-JP" altLang="en-US"/>
                  <a:t>選択するユニタリ演算子のアンサンブル</a:t>
                </a:r>
                <a14:m>
                  <m:oMath xmlns:m="http://schemas.openxmlformats.org/officeDocument/2006/math">
                    <m:r>
                      <a:rPr lang="ja-JP" altLang="en-US" i="1">
                        <a:latin typeface="Cambria Math" panose="02040503050406030204" pitchFamily="18" charset="0"/>
                      </a:rPr>
                      <m:t>𝒰</m:t>
                    </m:r>
                  </m:oMath>
                </a14:m>
                <a:r>
                  <a:rPr kumimoji="1" lang="ja-JP" altLang="en-US"/>
                  <a:t>によって、密度行列の推定値を得る際に必要な</a:t>
                </a:r>
                <a14:m>
                  <m:oMath xmlns:m="http://schemas.openxmlformats.org/officeDocument/2006/math">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𝑀</m:t>
                        </m:r>
                      </m:e>
                      <m:sup>
                        <m:r>
                          <a:rPr kumimoji="1" lang="en-US" altLang="ja-JP" b="0" i="1" smtClean="0">
                            <a:latin typeface="Cambria Math" panose="02040503050406030204" pitchFamily="18" charset="0"/>
                          </a:rPr>
                          <m:t>−1</m:t>
                        </m:r>
                      </m:sup>
                    </m:sSup>
                  </m:oMath>
                </a14:m>
                <a:r>
                  <a:rPr kumimoji="1" lang="ja-JP" altLang="en-US"/>
                  <a:t>が異なる</a:t>
                </a:r>
                <a:endParaRPr kumimoji="1" lang="en-US" altLang="ja-JP" dirty="0"/>
              </a:p>
              <a:p>
                <a14:m>
                  <m:oMath xmlns:m="http://schemas.openxmlformats.org/officeDocument/2006/math">
                    <m:sSup>
                      <m:sSupPr>
                        <m:ctrlPr>
                          <a:rPr lang="en-US" altLang="ja-JP" i="1">
                            <a:latin typeface="Cambria Math" panose="02040503050406030204" pitchFamily="18" charset="0"/>
                          </a:rPr>
                        </m:ctrlPr>
                      </m:sSupPr>
                      <m:e>
                        <m:r>
                          <a:rPr lang="en-US" altLang="ja-JP" i="1">
                            <a:latin typeface="Cambria Math" panose="02040503050406030204" pitchFamily="18" charset="0"/>
                          </a:rPr>
                          <m:t>𝑀</m:t>
                        </m:r>
                      </m:e>
                      <m:sup>
                        <m:r>
                          <a:rPr lang="en-US" altLang="ja-JP" i="1">
                            <a:latin typeface="Cambria Math" panose="02040503050406030204" pitchFamily="18" charset="0"/>
                          </a:rPr>
                          <m:t>−1</m:t>
                        </m:r>
                      </m:sup>
                    </m:sSup>
                  </m:oMath>
                </a14:m>
                <a:r>
                  <a:rPr kumimoji="1" lang="ja-JP" altLang="en-US"/>
                  <a:t>が容易に得られるかどうかはどのような</a:t>
                </a:r>
                <a14:m>
                  <m:oMath xmlns:m="http://schemas.openxmlformats.org/officeDocument/2006/math">
                    <m:r>
                      <a:rPr lang="ja-JP" altLang="en-US" i="1" smtClean="0">
                        <a:latin typeface="Cambria Math" panose="02040503050406030204" pitchFamily="18" charset="0"/>
                      </a:rPr>
                      <m:t>𝒰</m:t>
                    </m:r>
                  </m:oMath>
                </a14:m>
                <a:r>
                  <a:rPr kumimoji="1" lang="ja-JP" altLang="en-US"/>
                  <a:t>を選ぶかによって異なる</a:t>
                </a:r>
                <a:endParaRPr kumimoji="1" lang="en-US" altLang="ja-JP" dirty="0"/>
              </a:p>
              <a:p>
                <a:pPr marL="0" indent="0">
                  <a:buNone/>
                </a:pPr>
                <a:endParaRPr kumimoji="1" lang="en-US" altLang="ja-JP" dirty="0"/>
              </a:p>
              <a:p>
                <a:pPr marL="0" indent="0">
                  <a:buNone/>
                </a:pPr>
                <a:endParaRPr kumimoji="1" lang="en-US" altLang="ja-JP" dirty="0"/>
              </a:p>
              <a:p>
                <a:pPr marL="0" indent="0">
                  <a:buNone/>
                </a:pPr>
                <a:r>
                  <a:rPr kumimoji="1" lang="ja-JP" altLang="en-US"/>
                  <a:t>（容易に計算可能な例）</a:t>
                </a:r>
                <a:endParaRPr kumimoji="1" lang="en-US" altLang="ja-JP" dirty="0"/>
              </a:p>
              <a:p>
                <a:pPr lvl="1"/>
                <a:r>
                  <a:rPr lang="en-US" altLang="ja-JP" dirty="0"/>
                  <a:t>1</a:t>
                </a:r>
                <a:r>
                  <a:rPr lang="ja-JP" altLang="en-US"/>
                  <a:t>量子ビットクリフォードゲート</a:t>
                </a:r>
                <a:r>
                  <a:rPr lang="en-US" altLang="ja-JP" dirty="0"/>
                  <a:t>n</a:t>
                </a:r>
                <a:r>
                  <a:rPr lang="ja-JP" altLang="en-US"/>
                  <a:t>個の直積</a:t>
                </a:r>
                <a:endParaRPr lang="en-US" altLang="ja-JP" dirty="0"/>
              </a:p>
              <a:p>
                <a:pPr lvl="1"/>
                <a:r>
                  <a:rPr kumimoji="1" lang="en-US" altLang="ja-JP" dirty="0"/>
                  <a:t>N</a:t>
                </a:r>
                <a:r>
                  <a:rPr kumimoji="1" lang="ja-JP" altLang="en-US"/>
                  <a:t>量子ビットのクリフォードゲート</a:t>
                </a:r>
                <a:endParaRPr kumimoji="1" lang="en-US" altLang="ja-JP" dirty="0"/>
              </a:p>
              <a:p>
                <a:pPr marL="457200" lvl="1" indent="0">
                  <a:buNone/>
                </a:pPr>
                <a:endParaRPr kumimoji="1" lang="ja-JP" altLang="en-US"/>
              </a:p>
            </p:txBody>
          </p:sp>
        </mc:Choice>
        <mc:Fallback xmlns="">
          <p:sp>
            <p:nvSpPr>
              <p:cNvPr id="3" name="コンテンツ プレースホルダー 2">
                <a:extLst>
                  <a:ext uri="{FF2B5EF4-FFF2-40B4-BE49-F238E27FC236}">
                    <a16:creationId xmlns:a16="http://schemas.microsoft.com/office/drawing/2014/main" id="{590FA22E-7E21-DC14-17EE-0960C09E92B4}"/>
                  </a:ext>
                </a:extLst>
              </p:cNvPr>
              <p:cNvSpPr>
                <a:spLocks noGrp="1" noRot="1" noChangeAspect="1" noMove="1" noResize="1" noEditPoints="1" noAdjustHandles="1" noChangeArrowheads="1" noChangeShapeType="1" noTextEdit="1"/>
              </p:cNvSpPr>
              <p:nvPr>
                <p:ph idx="1"/>
              </p:nvPr>
            </p:nvSpPr>
            <p:spPr>
              <a:xfrm>
                <a:off x="5806279" y="1215540"/>
                <a:ext cx="6163162" cy="5372622"/>
              </a:xfrm>
              <a:blipFill>
                <a:blip r:embed="rId4"/>
                <a:stretch>
                  <a:fillRect l="-1848" t="-1887" r="-1027"/>
                </a:stretch>
              </a:blipFill>
            </p:spPr>
            <p:txBody>
              <a:bodyPr/>
              <a:lstStyle/>
              <a:p>
                <a:r>
                  <a:rPr lang="ja-JP" altLang="en-US">
                    <a:noFill/>
                  </a:rPr>
                  <a:t> </a:t>
                </a:r>
              </a:p>
            </p:txBody>
          </p:sp>
        </mc:Fallback>
      </mc:AlternateContent>
      <p:pic>
        <p:nvPicPr>
          <p:cNvPr id="9" name="図 8" descr="テキスト&#10;&#10;AI 生成コンテンツは誤りを含む可能性があります。">
            <a:extLst>
              <a:ext uri="{FF2B5EF4-FFF2-40B4-BE49-F238E27FC236}">
                <a16:creationId xmlns:a16="http://schemas.microsoft.com/office/drawing/2014/main" id="{2377FCC5-B619-C830-341A-0BAE4A5F9B29}"/>
              </a:ext>
            </a:extLst>
          </p:cNvPr>
          <p:cNvPicPr>
            <a:picLocks noChangeAspect="1"/>
          </p:cNvPicPr>
          <p:nvPr/>
        </p:nvPicPr>
        <p:blipFill>
          <a:blip r:embed="rId5"/>
          <a:stretch>
            <a:fillRect/>
          </a:stretch>
        </p:blipFill>
        <p:spPr>
          <a:xfrm>
            <a:off x="334697" y="3630874"/>
            <a:ext cx="4953000" cy="1549400"/>
          </a:xfrm>
          <a:prstGeom prst="rect">
            <a:avLst/>
          </a:prstGeom>
        </p:spPr>
      </p:pic>
      <p:sp>
        <p:nvSpPr>
          <p:cNvPr id="10" name="正方形/長方形 9">
            <a:extLst>
              <a:ext uri="{FF2B5EF4-FFF2-40B4-BE49-F238E27FC236}">
                <a16:creationId xmlns:a16="http://schemas.microsoft.com/office/drawing/2014/main" id="{1CC53BB6-6CD0-A025-44B0-913A8E85C6B2}"/>
              </a:ext>
            </a:extLst>
          </p:cNvPr>
          <p:cNvSpPr/>
          <p:nvPr/>
        </p:nvSpPr>
        <p:spPr>
          <a:xfrm>
            <a:off x="3442836" y="1215541"/>
            <a:ext cx="1722783" cy="62651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FC859E4B-E041-514B-3AB4-B91B96063FDF}"/>
              </a:ext>
            </a:extLst>
          </p:cNvPr>
          <p:cNvSpPr/>
          <p:nvPr/>
        </p:nvSpPr>
        <p:spPr>
          <a:xfrm>
            <a:off x="2581444" y="1215540"/>
            <a:ext cx="728871" cy="62651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C788D65E-8B56-CCA3-A055-1C435E61FBC6}"/>
              </a:ext>
            </a:extLst>
          </p:cNvPr>
          <p:cNvSpPr/>
          <p:nvPr/>
        </p:nvSpPr>
        <p:spPr>
          <a:xfrm>
            <a:off x="1064070" y="1878323"/>
            <a:ext cx="728871" cy="62651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55F10DF0-456C-FD14-3DE2-42A13BDB3CA9}"/>
              </a:ext>
            </a:extLst>
          </p:cNvPr>
          <p:cNvSpPr/>
          <p:nvPr/>
        </p:nvSpPr>
        <p:spPr>
          <a:xfrm>
            <a:off x="2002905" y="1884777"/>
            <a:ext cx="1903757" cy="62651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59677D61-43FA-5EAB-7158-613CB19A4F2E}"/>
              </a:ext>
            </a:extLst>
          </p:cNvPr>
          <p:cNvSpPr txBox="1"/>
          <p:nvPr/>
        </p:nvSpPr>
        <p:spPr>
          <a:xfrm>
            <a:off x="2479998" y="2827017"/>
            <a:ext cx="3570208" cy="461665"/>
          </a:xfrm>
          <a:prstGeom prst="rect">
            <a:avLst/>
          </a:prstGeom>
          <a:noFill/>
        </p:spPr>
        <p:txBody>
          <a:bodyPr wrap="none" rtlCol="0">
            <a:spAutoFit/>
          </a:bodyPr>
          <a:lstStyle/>
          <a:p>
            <a:r>
              <a:rPr kumimoji="1" lang="ja-JP" altLang="en-US" sz="2400">
                <a:solidFill>
                  <a:srgbClr val="FF0000"/>
                </a:solidFill>
              </a:rPr>
              <a:t>古典情報として得られる</a:t>
            </a:r>
          </a:p>
        </p:txBody>
      </p:sp>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54A70C7B-5C11-B074-01A8-913032313081}"/>
                  </a:ext>
                </a:extLst>
              </p:cNvPr>
              <p:cNvSpPr txBox="1"/>
              <p:nvPr/>
            </p:nvSpPr>
            <p:spPr>
              <a:xfrm>
                <a:off x="1926065" y="5584021"/>
                <a:ext cx="4233275" cy="46230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kumimoji="1" lang="en-US" altLang="ja-JP" sz="2400" b="0" i="1" smtClean="0">
                              <a:solidFill>
                                <a:srgbClr val="FF0000"/>
                              </a:solidFill>
                              <a:latin typeface="Cambria Math" panose="02040503050406030204" pitchFamily="18" charset="0"/>
                            </a:rPr>
                          </m:ctrlPr>
                        </m:sSupPr>
                        <m:e>
                          <m:r>
                            <a:rPr kumimoji="1" lang="en-US" altLang="ja-JP" sz="2400" b="0" i="1" smtClean="0">
                              <a:solidFill>
                                <a:srgbClr val="FF0000"/>
                              </a:solidFill>
                              <a:latin typeface="Cambria Math" panose="02040503050406030204" pitchFamily="18" charset="0"/>
                            </a:rPr>
                            <m:t>𝑀</m:t>
                          </m:r>
                        </m:e>
                        <m:sup>
                          <m:r>
                            <a:rPr kumimoji="1" lang="en-US" altLang="ja-JP" sz="2400" b="0" i="1" smtClean="0">
                              <a:solidFill>
                                <a:srgbClr val="FF0000"/>
                              </a:solidFill>
                              <a:latin typeface="Cambria Math" panose="02040503050406030204" pitchFamily="18" charset="0"/>
                            </a:rPr>
                            <m:t>−1</m:t>
                          </m:r>
                        </m:sup>
                      </m:sSup>
                      <m:r>
                        <a:rPr lang="ja-JP" altLang="en-US" sz="2400" i="1">
                          <a:solidFill>
                            <a:srgbClr val="FF0000"/>
                          </a:solidFill>
                          <a:latin typeface="Cambria Math" panose="02040503050406030204" pitchFamily="18" charset="0"/>
                        </a:rPr>
                        <m:t>を得るのは一般に難しい</m:t>
                      </m:r>
                    </m:oMath>
                  </m:oMathPara>
                </a14:m>
                <a:endParaRPr kumimoji="1" lang="ja-JP" altLang="en-US" sz="2400">
                  <a:solidFill>
                    <a:srgbClr val="FF0000"/>
                  </a:solidFill>
                </a:endParaRPr>
              </a:p>
            </p:txBody>
          </p:sp>
        </mc:Choice>
        <mc:Fallback xmlns="">
          <p:sp>
            <p:nvSpPr>
              <p:cNvPr id="15" name="テキスト ボックス 14">
                <a:extLst>
                  <a:ext uri="{FF2B5EF4-FFF2-40B4-BE49-F238E27FC236}">
                    <a16:creationId xmlns:a16="http://schemas.microsoft.com/office/drawing/2014/main" id="{54A70C7B-5C11-B074-01A8-913032313081}"/>
                  </a:ext>
                </a:extLst>
              </p:cNvPr>
              <p:cNvSpPr txBox="1">
                <a:spLocks noRot="1" noChangeAspect="1" noMove="1" noResize="1" noEditPoints="1" noAdjustHandles="1" noChangeArrowheads="1" noChangeShapeType="1" noTextEdit="1"/>
              </p:cNvSpPr>
              <p:nvPr/>
            </p:nvSpPr>
            <p:spPr>
              <a:xfrm>
                <a:off x="1926065" y="5584021"/>
                <a:ext cx="4233275" cy="462306"/>
              </a:xfrm>
              <a:prstGeom prst="rect">
                <a:avLst/>
              </a:prstGeom>
              <a:blipFill>
                <a:blip r:embed="rId6"/>
                <a:stretch>
                  <a:fillRect b="-5263"/>
                </a:stretch>
              </a:blipFill>
            </p:spPr>
            <p:txBody>
              <a:bodyPr/>
              <a:lstStyle/>
              <a:p>
                <a:r>
                  <a:rPr lang="ja-JP" altLang="en-US">
                    <a:noFill/>
                  </a:rPr>
                  <a:t> </a:t>
                </a:r>
              </a:p>
            </p:txBody>
          </p:sp>
        </mc:Fallback>
      </mc:AlternateContent>
      <p:sp>
        <p:nvSpPr>
          <p:cNvPr id="18" name="正方形/長方形 17">
            <a:extLst>
              <a:ext uri="{FF2B5EF4-FFF2-40B4-BE49-F238E27FC236}">
                <a16:creationId xmlns:a16="http://schemas.microsoft.com/office/drawing/2014/main" id="{FE7C7278-9E55-8F68-44EC-DED96CF75A84}"/>
              </a:ext>
            </a:extLst>
          </p:cNvPr>
          <p:cNvSpPr/>
          <p:nvPr/>
        </p:nvSpPr>
        <p:spPr>
          <a:xfrm>
            <a:off x="10236821" y="0"/>
            <a:ext cx="1955179" cy="433137"/>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ja-JP" dirty="0"/>
              <a:t>Appendix</a:t>
            </a:r>
            <a:endParaRPr kumimoji="1" lang="ja-JP" altLang="en-US"/>
          </a:p>
        </p:txBody>
      </p:sp>
    </p:spTree>
    <p:extLst>
      <p:ext uri="{BB962C8B-B14F-4D97-AF65-F5344CB8AC3E}">
        <p14:creationId xmlns:p14="http://schemas.microsoft.com/office/powerpoint/2010/main" val="9018493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71D974B-5E56-0D0D-2755-2A5310CC1698}"/>
              </a:ext>
            </a:extLst>
          </p:cNvPr>
          <p:cNvSpPr txBox="1"/>
          <p:nvPr/>
        </p:nvSpPr>
        <p:spPr>
          <a:xfrm>
            <a:off x="557116" y="1017588"/>
            <a:ext cx="10439906" cy="830997"/>
          </a:xfrm>
          <a:prstGeom prst="rect">
            <a:avLst/>
          </a:prstGeom>
          <a:noFill/>
          <a:ln>
            <a:solidFill>
              <a:schemeClr val="tx1"/>
            </a:solidFill>
          </a:ln>
        </p:spPr>
        <p:txBody>
          <a:bodyPr wrap="square" rtlCol="0">
            <a:spAutoFit/>
          </a:bodyPr>
          <a:lstStyle/>
          <a:p>
            <a:r>
              <a:rPr lang="ja-JP" altLang="en-US" sz="2400" dirty="0">
                <a:latin typeface="Calibri" panose="020F0502020204030204" pitchFamily="34" charset="0"/>
                <a:ea typeface="Calibri" panose="020F0502020204030204" pitchFamily="34" charset="0"/>
                <a:cs typeface="Calibri" panose="020F0502020204030204" pitchFamily="34" charset="0"/>
              </a:rPr>
              <a:t>問題</a:t>
            </a:r>
            <a:r>
              <a:rPr lang="en-US" altLang="ja-JP" sz="2400" dirty="0">
                <a:latin typeface="Calibri" panose="020F0502020204030204" pitchFamily="34" charset="0"/>
                <a:ea typeface="Calibri" panose="020F0502020204030204" pitchFamily="34" charset="0"/>
                <a:cs typeface="Calibri" panose="020F0502020204030204" pitchFamily="34" charset="0"/>
              </a:rPr>
              <a:t>: 	low-Pauli rank </a:t>
            </a:r>
            <a:r>
              <a:rPr lang="ja-JP" altLang="en-US" sz="2400" dirty="0">
                <a:latin typeface="Calibri" panose="020F0502020204030204" pitchFamily="34" charset="0"/>
                <a:ea typeface="Calibri" panose="020F0502020204030204" pitchFamily="34" charset="0"/>
                <a:cs typeface="Calibri" panose="020F0502020204030204" pitchFamily="34" charset="0"/>
              </a:rPr>
              <a:t>の量子状態を対象とした状態の再構成 </a:t>
            </a:r>
            <a:r>
              <a:rPr lang="en-US" altLang="ja-JP" sz="2400" dirty="0">
                <a:latin typeface="Calibri" panose="020F0502020204030204" pitchFamily="34" charset="0"/>
                <a:ea typeface="Calibri" panose="020F0502020204030204" pitchFamily="34" charset="0"/>
                <a:cs typeface="Calibri" panose="020F0502020204030204" pitchFamily="34" charset="0"/>
              </a:rPr>
              <a:t>(</a:t>
            </a:r>
            <a:r>
              <a:rPr lang="ja-JP" altLang="en-US" sz="2400" dirty="0">
                <a:latin typeface="Calibri" panose="020F0502020204030204" pitchFamily="34" charset="0"/>
                <a:ea typeface="Calibri" panose="020F0502020204030204" pitchFamily="34" charset="0"/>
                <a:cs typeface="Calibri" panose="020F0502020204030204" pitchFamily="34" charset="0"/>
              </a:rPr>
              <a:t>推定</a:t>
            </a:r>
            <a:r>
              <a:rPr lang="en-US" altLang="ja-JP" sz="2400" dirty="0">
                <a:latin typeface="Calibri" panose="020F0502020204030204" pitchFamily="34" charset="0"/>
                <a:ea typeface="Calibri" panose="020F0502020204030204" pitchFamily="34" charset="0"/>
                <a:cs typeface="Calibri" panose="020F0502020204030204" pitchFamily="34" charset="0"/>
              </a:rPr>
              <a:t>)</a:t>
            </a:r>
            <a:r>
              <a:rPr lang="ja-JP" altLang="en-US" sz="2400" dirty="0">
                <a:latin typeface="Calibri" panose="020F0502020204030204" pitchFamily="34" charset="0"/>
                <a:ea typeface="Calibri" panose="020F0502020204030204" pitchFamily="34" charset="0"/>
                <a:cs typeface="Calibri" panose="020F0502020204030204" pitchFamily="34" charset="0"/>
              </a:rPr>
              <a:t>。</a:t>
            </a:r>
            <a:endParaRPr lang="en-US" altLang="ja-JP" sz="2400" dirty="0">
              <a:latin typeface="Calibri" panose="020F0502020204030204" pitchFamily="34" charset="0"/>
              <a:ea typeface="Calibri" panose="020F0502020204030204" pitchFamily="34" charset="0"/>
              <a:cs typeface="Calibri" panose="020F0502020204030204" pitchFamily="34" charset="0"/>
            </a:endParaRPr>
          </a:p>
          <a:p>
            <a:r>
              <a:rPr lang="en-US" altLang="ja-JP" sz="2400" dirty="0">
                <a:latin typeface="Calibri" panose="020F0502020204030204" pitchFamily="34" charset="0"/>
                <a:ea typeface="Calibri" panose="020F0502020204030204" pitchFamily="34" charset="0"/>
                <a:cs typeface="Calibri" panose="020F0502020204030204" pitchFamily="34" charset="0"/>
              </a:rPr>
              <a:t>	</a:t>
            </a:r>
            <a:r>
              <a:rPr lang="ja-JP" altLang="en-US" sz="2400" dirty="0">
                <a:latin typeface="Calibri" panose="020F0502020204030204" pitchFamily="34" charset="0"/>
                <a:ea typeface="Calibri" panose="020F0502020204030204" pitchFamily="34" charset="0"/>
                <a:cs typeface="Calibri" panose="020F0502020204030204" pitchFamily="34" charset="0"/>
              </a:rPr>
              <a:t>通常の</a:t>
            </a:r>
            <a:r>
              <a:rPr lang="en-US" altLang="ja-JP" sz="2400" dirty="0">
                <a:latin typeface="Calibri" panose="020F0502020204030204" pitchFamily="34" charset="0"/>
                <a:ea typeface="Calibri" panose="020F0502020204030204" pitchFamily="34" charset="0"/>
                <a:cs typeface="Calibri" panose="020F0502020204030204" pitchFamily="34" charset="0"/>
              </a:rPr>
              <a:t>Pauli</a:t>
            </a:r>
            <a:r>
              <a:rPr lang="ja-JP" altLang="en-US" sz="2400" dirty="0">
                <a:latin typeface="Calibri" panose="020F0502020204030204" pitchFamily="34" charset="0"/>
                <a:ea typeface="Calibri" panose="020F0502020204030204" pitchFamily="34" charset="0"/>
                <a:cs typeface="Calibri" panose="020F0502020204030204" pitchFamily="34" charset="0"/>
              </a:rPr>
              <a:t>基底</a:t>
            </a:r>
            <a:r>
              <a:rPr lang="en-US" altLang="ja-JP" sz="2400" dirty="0">
                <a:latin typeface="Calibri" panose="020F0502020204030204" pitchFamily="34" charset="0"/>
                <a:ea typeface="Calibri" panose="020F0502020204030204" pitchFamily="34" charset="0"/>
                <a:cs typeface="Calibri" panose="020F0502020204030204" pitchFamily="34" charset="0"/>
              </a:rPr>
              <a:t>tomography</a:t>
            </a:r>
            <a:r>
              <a:rPr lang="ja-JP" altLang="en-US" sz="2400" dirty="0">
                <a:latin typeface="Calibri" panose="020F0502020204030204" pitchFamily="34" charset="0"/>
                <a:ea typeface="Calibri" panose="020F0502020204030204" pitchFamily="34" charset="0"/>
                <a:cs typeface="Calibri" panose="020F0502020204030204" pitchFamily="34" charset="0"/>
              </a:rPr>
              <a:t>と</a:t>
            </a:r>
            <a:r>
              <a:rPr lang="en-US" altLang="ja-JP" sz="2400" dirty="0">
                <a:latin typeface="Calibri" panose="020F0502020204030204" pitchFamily="34" charset="0"/>
                <a:ea typeface="Calibri" panose="020F0502020204030204" pitchFamily="34" charset="0"/>
                <a:cs typeface="Calibri" panose="020F0502020204030204" pitchFamily="34" charset="0"/>
              </a:rPr>
              <a:t>Classical shadow tomography</a:t>
            </a:r>
            <a:r>
              <a:rPr lang="ja-JP" altLang="en-US" sz="2400" dirty="0">
                <a:latin typeface="Calibri" panose="020F0502020204030204" pitchFamily="34" charset="0"/>
                <a:ea typeface="Calibri" panose="020F0502020204030204" pitchFamily="34" charset="0"/>
                <a:cs typeface="Calibri" panose="020F0502020204030204" pitchFamily="34" charset="0"/>
              </a:rPr>
              <a:t>で行い比較。</a:t>
            </a:r>
            <a:endParaRPr kumimoji="1" lang="ja-JP" altLang="en-US" sz="2400" dirty="0">
              <a:latin typeface="Calibri" panose="020F0502020204030204" pitchFamily="34" charset="0"/>
              <a:cs typeface="Calibri" panose="020F0502020204030204" pitchFamily="34" charset="0"/>
            </a:endParaRPr>
          </a:p>
        </p:txBody>
      </p:sp>
      <p:sp>
        <p:nvSpPr>
          <p:cNvPr id="6" name="テキスト ボックス 5">
            <a:extLst>
              <a:ext uri="{FF2B5EF4-FFF2-40B4-BE49-F238E27FC236}">
                <a16:creationId xmlns:a16="http://schemas.microsoft.com/office/drawing/2014/main" id="{7B9573E6-56B8-BE56-C65C-439F917161C2}"/>
              </a:ext>
            </a:extLst>
          </p:cNvPr>
          <p:cNvSpPr txBox="1"/>
          <p:nvPr/>
        </p:nvSpPr>
        <p:spPr>
          <a:xfrm>
            <a:off x="4172327" y="139278"/>
            <a:ext cx="3209484" cy="584775"/>
          </a:xfrm>
          <a:prstGeom prst="rect">
            <a:avLst/>
          </a:prstGeom>
          <a:noFill/>
        </p:spPr>
        <p:txBody>
          <a:bodyPr wrap="square" rtlCol="0">
            <a:spAutoFit/>
          </a:bodyPr>
          <a:lstStyle/>
          <a:p>
            <a:pPr algn="l"/>
            <a:r>
              <a:rPr kumimoji="1" lang="ja-JP" altLang="en-US" sz="3200" dirty="0">
                <a:latin typeface="Calibri" panose="020F0502020204030204" pitchFamily="34" charset="0"/>
                <a:ea typeface="Calibri" panose="020F0502020204030204" pitchFamily="34" charset="0"/>
                <a:cs typeface="Calibri" panose="020F0502020204030204" pitchFamily="34" charset="0"/>
              </a:rPr>
              <a:t>問題設定と手法</a:t>
            </a:r>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B9B1816E-4E7B-4E27-DA90-53809B0AD34C}"/>
                  </a:ext>
                </a:extLst>
              </p:cNvPr>
              <p:cNvSpPr txBox="1"/>
              <p:nvPr/>
            </p:nvSpPr>
            <p:spPr>
              <a:xfrm>
                <a:off x="557115" y="2821567"/>
                <a:ext cx="10724521" cy="1015663"/>
              </a:xfrm>
              <a:prstGeom prst="rect">
                <a:avLst/>
              </a:prstGeom>
              <a:noFill/>
            </p:spPr>
            <p:txBody>
              <a:bodyPr wrap="square" rtlCol="0">
                <a:spAutoFit/>
              </a:bodyPr>
              <a:lstStyle/>
              <a:p>
                <a:pPr algn="l"/>
                <a:r>
                  <a:rPr lang="ja-JP" altLang="en-US" sz="2000" dirty="0">
                    <a:latin typeface="Calibri" panose="020F0502020204030204" pitchFamily="34" charset="0"/>
                    <a:ea typeface="Calibri" panose="020F0502020204030204" pitchFamily="34" charset="0"/>
                    <a:cs typeface="Calibri" panose="020F0502020204030204" pitchFamily="34" charset="0"/>
                  </a:rPr>
                  <a:t>任意の量子状態は</a:t>
                </a:r>
                <a14:m>
                  <m:oMath xmlns:m="http://schemas.openxmlformats.org/officeDocument/2006/math">
                    <m:sSup>
                      <m:sSupPr>
                        <m:ctrlPr>
                          <a:rPr lang="en-US" altLang="ja-JP" sz="2000" b="0" i="1" smtClean="0">
                            <a:latin typeface="Cambria Math" panose="02040503050406030204" pitchFamily="18" charset="0"/>
                            <a:ea typeface="Calibri" panose="020F0502020204030204" pitchFamily="34" charset="0"/>
                            <a:cs typeface="Calibri" panose="020F0502020204030204" pitchFamily="34" charset="0"/>
                          </a:rPr>
                        </m:ctrlPr>
                      </m:sSupPr>
                      <m:e>
                        <m:r>
                          <a:rPr lang="en-US" altLang="ja-JP" sz="2000" b="0" i="1" smtClean="0">
                            <a:latin typeface="Cambria Math" panose="02040503050406030204" pitchFamily="18" charset="0"/>
                            <a:ea typeface="Calibri" panose="020F0502020204030204" pitchFamily="34" charset="0"/>
                            <a:cs typeface="Calibri" panose="020F0502020204030204" pitchFamily="34" charset="0"/>
                          </a:rPr>
                          <m:t>4</m:t>
                        </m:r>
                      </m:e>
                      <m:sup>
                        <m:r>
                          <a:rPr lang="en-US" altLang="ja-JP" sz="2000" b="0" i="1" smtClean="0">
                            <a:latin typeface="Cambria Math" panose="02040503050406030204" pitchFamily="18" charset="0"/>
                            <a:ea typeface="Calibri" panose="020F0502020204030204" pitchFamily="34" charset="0"/>
                            <a:cs typeface="Calibri" panose="020F0502020204030204" pitchFamily="34" charset="0"/>
                          </a:rPr>
                          <m:t>𝑛</m:t>
                        </m:r>
                      </m:sup>
                    </m:sSup>
                  </m:oMath>
                </a14:m>
                <a:r>
                  <a:rPr lang="ja-JP" altLang="en-US" sz="2000" dirty="0">
                    <a:latin typeface="Calibri" panose="020F0502020204030204" pitchFamily="34" charset="0"/>
                    <a:ea typeface="Calibri" panose="020F0502020204030204" pitchFamily="34" charset="0"/>
                    <a:cs typeface="Calibri" panose="020F0502020204030204" pitchFamily="34" charset="0"/>
                  </a:rPr>
                  <a:t>個の</a:t>
                </a:r>
                <a:r>
                  <a:rPr lang="en-US" altLang="ja-JP" sz="2000" dirty="0">
                    <a:latin typeface="Calibri" panose="020F0502020204030204" pitchFamily="34" charset="0"/>
                    <a:ea typeface="Calibri" panose="020F0502020204030204" pitchFamily="34" charset="0"/>
                    <a:cs typeface="Calibri" panose="020F0502020204030204" pitchFamily="34" charset="0"/>
                  </a:rPr>
                  <a:t>Pauli</a:t>
                </a:r>
                <a:r>
                  <a:rPr lang="ja-JP" altLang="en-US" sz="2000" dirty="0">
                    <a:latin typeface="Calibri" panose="020F0502020204030204" pitchFamily="34" charset="0"/>
                    <a:ea typeface="Calibri" panose="020F0502020204030204" pitchFamily="34" charset="0"/>
                    <a:cs typeface="Calibri" panose="020F0502020204030204" pitchFamily="34" charset="0"/>
                  </a:rPr>
                  <a:t>基底の線形結合で表せる。</a:t>
                </a:r>
                <a:r>
                  <a:rPr lang="en-US" altLang="ja-JP" sz="2000" dirty="0">
                    <a:latin typeface="Calibri" panose="020F0502020204030204" pitchFamily="34" charset="0"/>
                    <a:ea typeface="Calibri" panose="020F0502020204030204" pitchFamily="34" charset="0"/>
                    <a:cs typeface="Calibri" panose="020F0502020204030204" pitchFamily="34" charset="0"/>
                  </a:rPr>
                  <a:t>(Pauli</a:t>
                </a:r>
                <a:r>
                  <a:rPr lang="ja-JP" altLang="en-US" sz="2000" dirty="0">
                    <a:latin typeface="Calibri" panose="020F0502020204030204" pitchFamily="34" charset="0"/>
                    <a:ea typeface="Calibri" panose="020F0502020204030204" pitchFamily="34" charset="0"/>
                    <a:cs typeface="Calibri" panose="020F0502020204030204" pitchFamily="34" charset="0"/>
                  </a:rPr>
                  <a:t>基底</a:t>
                </a:r>
                <a:r>
                  <a:rPr lang="en-US" altLang="ja-JP" sz="2000" dirty="0">
                    <a:latin typeface="Calibri" panose="020F0502020204030204" pitchFamily="34" charset="0"/>
                    <a:ea typeface="Calibri" panose="020F0502020204030204" pitchFamily="34" charset="0"/>
                    <a:cs typeface="Calibri" panose="020F0502020204030204" pitchFamily="34" charset="0"/>
                  </a:rPr>
                  <a:t>: e.g. </a:t>
                </a:r>
                <a14:m>
                  <m:oMath xmlns:m="http://schemas.openxmlformats.org/officeDocument/2006/math">
                    <m:sSub>
                      <m:sSubPr>
                        <m:ctrlPr>
                          <a:rPr lang="en-US" altLang="ja-JP" sz="2000" b="0" i="1" smtClean="0">
                            <a:latin typeface="Cambria Math" panose="02040503050406030204" pitchFamily="18" charset="0"/>
                            <a:ea typeface="Calibri" panose="020F0502020204030204" pitchFamily="34" charset="0"/>
                            <a:cs typeface="Calibri" panose="020F0502020204030204" pitchFamily="34" charset="0"/>
                          </a:rPr>
                        </m:ctrlPr>
                      </m:sSubPr>
                      <m:e>
                        <m:r>
                          <a:rPr lang="en-US" altLang="ja-JP" sz="2000" b="0" i="1" smtClean="0">
                            <a:latin typeface="Cambria Math" panose="02040503050406030204" pitchFamily="18" charset="0"/>
                            <a:ea typeface="Calibri" panose="020F0502020204030204" pitchFamily="34" charset="0"/>
                            <a:cs typeface="Calibri" panose="020F0502020204030204" pitchFamily="34" charset="0"/>
                          </a:rPr>
                          <m:t>𝑃</m:t>
                        </m:r>
                      </m:e>
                      <m:sub>
                        <m:r>
                          <a:rPr lang="en-US" altLang="ja-JP" sz="2000" b="0" i="1" smtClean="0">
                            <a:latin typeface="Cambria Math" panose="02040503050406030204" pitchFamily="18" charset="0"/>
                            <a:ea typeface="Calibri" panose="020F0502020204030204" pitchFamily="34" charset="0"/>
                            <a:cs typeface="Calibri" panose="020F0502020204030204" pitchFamily="34" charset="0"/>
                          </a:rPr>
                          <m:t>𝑖</m:t>
                        </m:r>
                      </m:sub>
                    </m:sSub>
                    <m:r>
                      <a:rPr lang="en-US" altLang="ja-JP" sz="2000" b="0" i="1" smtClean="0">
                        <a:latin typeface="Cambria Math" panose="02040503050406030204" pitchFamily="18" charset="0"/>
                        <a:ea typeface="Calibri" panose="020F0502020204030204" pitchFamily="34" charset="0"/>
                        <a:cs typeface="Calibri" panose="020F0502020204030204" pitchFamily="34" charset="0"/>
                      </a:rPr>
                      <m:t>=</m:t>
                    </m:r>
                    <m:r>
                      <a:rPr lang="en-US" altLang="ja-JP" sz="2000" b="0" i="1" smtClean="0">
                        <a:latin typeface="Cambria Math" panose="02040503050406030204" pitchFamily="18" charset="0"/>
                        <a:ea typeface="Calibri" panose="020F0502020204030204" pitchFamily="34" charset="0"/>
                        <a:cs typeface="Calibri" panose="020F0502020204030204" pitchFamily="34" charset="0"/>
                      </a:rPr>
                      <m:t>𝑋</m:t>
                    </m:r>
                    <m:r>
                      <a:rPr lang="en-US" altLang="ja-JP" sz="2000" b="0" i="1" smtClean="0">
                        <a:latin typeface="Cambria Math" panose="02040503050406030204" pitchFamily="18" charset="0"/>
                        <a:ea typeface="Calibri" panose="020F0502020204030204" pitchFamily="34" charset="0"/>
                        <a:cs typeface="Calibri" panose="020F0502020204030204" pitchFamily="34" charset="0"/>
                      </a:rPr>
                      <m:t>⊗</m:t>
                    </m:r>
                    <m:r>
                      <a:rPr lang="en-US" altLang="ja-JP" sz="2000" b="0" i="1" smtClean="0">
                        <a:latin typeface="Cambria Math" panose="02040503050406030204" pitchFamily="18" charset="0"/>
                        <a:ea typeface="Calibri" panose="020F0502020204030204" pitchFamily="34" charset="0"/>
                        <a:cs typeface="Calibri" panose="020F0502020204030204" pitchFamily="34" charset="0"/>
                      </a:rPr>
                      <m:t>𝐼</m:t>
                    </m:r>
                    <m:r>
                      <a:rPr lang="en-US" altLang="ja-JP" sz="2000" b="0" i="1" smtClean="0">
                        <a:latin typeface="Cambria Math" panose="02040503050406030204" pitchFamily="18" charset="0"/>
                        <a:ea typeface="Calibri" panose="020F0502020204030204" pitchFamily="34" charset="0"/>
                        <a:cs typeface="Calibri" panose="020F0502020204030204" pitchFamily="34" charset="0"/>
                      </a:rPr>
                      <m:t>⊗</m:t>
                    </m:r>
                    <m:r>
                      <a:rPr lang="en-US" altLang="ja-JP" sz="2000" b="0" i="1" smtClean="0">
                        <a:latin typeface="Cambria Math" panose="02040503050406030204" pitchFamily="18" charset="0"/>
                        <a:ea typeface="Calibri" panose="020F0502020204030204" pitchFamily="34" charset="0"/>
                        <a:cs typeface="Calibri" panose="020F0502020204030204" pitchFamily="34" charset="0"/>
                      </a:rPr>
                      <m:t>𝑍</m:t>
                    </m:r>
                  </m:oMath>
                </a14:m>
                <a:r>
                  <a:rPr lang="ja-JP" altLang="en-US" sz="2000" dirty="0">
                    <a:latin typeface="Calibri" panose="020F0502020204030204" pitchFamily="34" charset="0"/>
                    <a:ea typeface="Calibri" panose="020F0502020204030204" pitchFamily="34" charset="0"/>
                    <a:cs typeface="Calibri" panose="020F0502020204030204" pitchFamily="34" charset="0"/>
                  </a:rPr>
                  <a:t>など</a:t>
                </a:r>
                <a:r>
                  <a:rPr lang="en-US" altLang="ja-JP" sz="2000" dirty="0">
                    <a:latin typeface="Calibri" panose="020F0502020204030204" pitchFamily="34" charset="0"/>
                    <a:ea typeface="Calibri" panose="020F0502020204030204" pitchFamily="34" charset="0"/>
                    <a:cs typeface="Calibri" panose="020F0502020204030204" pitchFamily="34" charset="0"/>
                  </a:rPr>
                  <a:t>)</a:t>
                </a:r>
              </a:p>
              <a:p>
                <a:pPr algn="l"/>
                <a:r>
                  <a:rPr lang="ja-JP" altLang="en-US" sz="2000" dirty="0">
                    <a:latin typeface="Calibri" panose="020F0502020204030204" pitchFamily="34" charset="0"/>
                    <a:ea typeface="Calibri" panose="020F0502020204030204" pitchFamily="34" charset="0"/>
                    <a:cs typeface="Calibri" panose="020F0502020204030204" pitchFamily="34" charset="0"/>
                  </a:rPr>
                  <a:t>その際の</a:t>
                </a:r>
                <a:r>
                  <a:rPr lang="en-US" altLang="ja-JP" sz="2000" dirty="0">
                    <a:latin typeface="Calibri" panose="020F0502020204030204" pitchFamily="34" charset="0"/>
                    <a:ea typeface="Calibri" panose="020F0502020204030204" pitchFamily="34" charset="0"/>
                    <a:cs typeface="Calibri" panose="020F0502020204030204" pitchFamily="34" charset="0"/>
                  </a:rPr>
                  <a:t>Pauli-rank </a:t>
                </a:r>
                <a14:m>
                  <m:oMath xmlns:m="http://schemas.openxmlformats.org/officeDocument/2006/math">
                    <m:r>
                      <a:rPr lang="en-US" altLang="ja-JP" sz="2000" b="0" i="1" smtClean="0">
                        <a:latin typeface="Cambria Math" panose="02040503050406030204" pitchFamily="18" charset="0"/>
                        <a:ea typeface="Calibri" panose="020F0502020204030204" pitchFamily="34" charset="0"/>
                        <a:cs typeface="Calibri" panose="020F0502020204030204" pitchFamily="34" charset="0"/>
                      </a:rPr>
                      <m:t>𝑙</m:t>
                    </m:r>
                  </m:oMath>
                </a14:m>
                <a:r>
                  <a:rPr kumimoji="1" lang="ja-JP" altLang="en-US" sz="2000" dirty="0">
                    <a:latin typeface="Calibri" panose="020F0502020204030204" pitchFamily="34" charset="0"/>
                    <a:ea typeface="Calibri" panose="020F0502020204030204" pitchFamily="34" charset="0"/>
                    <a:cs typeface="Calibri" panose="020F0502020204030204" pitchFamily="34" charset="0"/>
                  </a:rPr>
                  <a:t> </a:t>
                </a:r>
                <a:r>
                  <a:rPr lang="ja-JP" altLang="en-US" sz="2000" dirty="0">
                    <a:latin typeface="Calibri" panose="020F0502020204030204" pitchFamily="34" charset="0"/>
                    <a:ea typeface="Calibri" panose="020F0502020204030204" pitchFamily="34" charset="0"/>
                    <a:cs typeface="Calibri" panose="020F0502020204030204" pitchFamily="34" charset="0"/>
                  </a:rPr>
                  <a:t>が </a:t>
                </a:r>
                <a14:m>
                  <m:oMath xmlns:m="http://schemas.openxmlformats.org/officeDocument/2006/math">
                    <m:sSup>
                      <m:sSupPr>
                        <m:ctrlPr>
                          <a:rPr lang="en-US" altLang="ja-JP" sz="2000" b="0" i="1" dirty="0" smtClean="0">
                            <a:latin typeface="Cambria Math" panose="02040503050406030204" pitchFamily="18" charset="0"/>
                            <a:ea typeface="Calibri" panose="020F0502020204030204" pitchFamily="34" charset="0"/>
                            <a:cs typeface="Calibri" panose="020F0502020204030204" pitchFamily="34" charset="0"/>
                          </a:rPr>
                        </m:ctrlPr>
                      </m:sSupPr>
                      <m:e>
                        <m:r>
                          <a:rPr lang="en-US" altLang="ja-JP" sz="2000" b="0" i="1" dirty="0" smtClean="0">
                            <a:latin typeface="Cambria Math" panose="02040503050406030204" pitchFamily="18" charset="0"/>
                            <a:ea typeface="Calibri" panose="020F0502020204030204" pitchFamily="34" charset="0"/>
                            <a:cs typeface="Calibri" panose="020F0502020204030204" pitchFamily="34" charset="0"/>
                          </a:rPr>
                          <m:t>4</m:t>
                        </m:r>
                      </m:e>
                      <m:sup>
                        <m:r>
                          <a:rPr lang="en-US" altLang="ja-JP" sz="2000" b="0" i="1" dirty="0" smtClean="0">
                            <a:latin typeface="Cambria Math" panose="02040503050406030204" pitchFamily="18" charset="0"/>
                            <a:ea typeface="Calibri" panose="020F0502020204030204" pitchFamily="34" charset="0"/>
                            <a:cs typeface="Calibri" panose="020F0502020204030204" pitchFamily="34" charset="0"/>
                          </a:rPr>
                          <m:t>𝑛</m:t>
                        </m:r>
                      </m:sup>
                    </m:sSup>
                  </m:oMath>
                </a14:m>
                <a:r>
                  <a:rPr kumimoji="1" lang="ja-JP" altLang="en-US" sz="2000" dirty="0">
                    <a:latin typeface="Calibri" panose="020F0502020204030204" pitchFamily="34" charset="0"/>
                    <a:ea typeface="Calibri" panose="020F0502020204030204" pitchFamily="34" charset="0"/>
                    <a:cs typeface="Calibri" panose="020F0502020204030204" pitchFamily="34" charset="0"/>
                  </a:rPr>
                  <a:t> に比べて十分に小さい </a:t>
                </a:r>
                <a:r>
                  <a:rPr kumimoji="1" lang="en-US" altLang="ja-JP" sz="2000" dirty="0">
                    <a:latin typeface="Calibri" panose="020F0502020204030204" pitchFamily="34" charset="0"/>
                    <a:ea typeface="Calibri" panose="020F0502020204030204" pitchFamily="34" charset="0"/>
                    <a:cs typeface="Calibri" panose="020F0502020204030204" pitchFamily="34" charset="0"/>
                  </a:rPr>
                  <a:t>(</a:t>
                </a:r>
                <a14:m>
                  <m:oMath xmlns:m="http://schemas.openxmlformats.org/officeDocument/2006/math">
                    <m:r>
                      <a:rPr kumimoji="1" lang="en-US" altLang="ja-JP" sz="2000" b="0" i="1" smtClean="0">
                        <a:latin typeface="Cambria Math" panose="02040503050406030204" pitchFamily="18" charset="0"/>
                        <a:ea typeface="Calibri" panose="020F0502020204030204" pitchFamily="34" charset="0"/>
                        <a:cs typeface="Calibri" panose="020F0502020204030204" pitchFamily="34" charset="0"/>
                      </a:rPr>
                      <m:t>𝑙</m:t>
                    </m:r>
                    <m:r>
                      <a:rPr kumimoji="1" lang="en-US" altLang="ja-JP" sz="2000" b="0" i="1" smtClean="0">
                        <a:latin typeface="Cambria Math" panose="02040503050406030204" pitchFamily="18" charset="0"/>
                        <a:ea typeface="Calibri" panose="020F0502020204030204" pitchFamily="34" charset="0"/>
                        <a:cs typeface="Calibri" panose="020F0502020204030204" pitchFamily="34" charset="0"/>
                      </a:rPr>
                      <m:t>≪</m:t>
                    </m:r>
                    <m:sSup>
                      <m:sSupPr>
                        <m:ctrlPr>
                          <a:rPr kumimoji="1" lang="en-US" altLang="ja-JP" sz="2000" b="0" i="1" smtClean="0">
                            <a:latin typeface="Cambria Math" panose="02040503050406030204" pitchFamily="18" charset="0"/>
                            <a:ea typeface="Calibri" panose="020F0502020204030204" pitchFamily="34" charset="0"/>
                            <a:cs typeface="Calibri" panose="020F0502020204030204" pitchFamily="34" charset="0"/>
                          </a:rPr>
                        </m:ctrlPr>
                      </m:sSupPr>
                      <m:e>
                        <m:r>
                          <a:rPr kumimoji="1" lang="en-US" altLang="ja-JP" sz="2000" b="0" i="1" smtClean="0">
                            <a:latin typeface="Cambria Math" panose="02040503050406030204" pitchFamily="18" charset="0"/>
                            <a:ea typeface="Calibri" panose="020F0502020204030204" pitchFamily="34" charset="0"/>
                            <a:cs typeface="Calibri" panose="020F0502020204030204" pitchFamily="34" charset="0"/>
                          </a:rPr>
                          <m:t>4</m:t>
                        </m:r>
                      </m:e>
                      <m:sup>
                        <m:r>
                          <a:rPr kumimoji="1" lang="en-US" altLang="ja-JP" sz="2000" b="0" i="1" smtClean="0">
                            <a:latin typeface="Cambria Math" panose="02040503050406030204" pitchFamily="18" charset="0"/>
                            <a:ea typeface="Calibri" panose="020F0502020204030204" pitchFamily="34" charset="0"/>
                            <a:cs typeface="Calibri" panose="020F0502020204030204" pitchFamily="34" charset="0"/>
                          </a:rPr>
                          <m:t>𝑛</m:t>
                        </m:r>
                      </m:sup>
                    </m:sSup>
                  </m:oMath>
                </a14:m>
                <a:r>
                  <a:rPr kumimoji="1" lang="en-US" altLang="ja-JP" sz="2000" dirty="0">
                    <a:latin typeface="Calibri" panose="020F0502020204030204" pitchFamily="34" charset="0"/>
                    <a:ea typeface="Calibri" panose="020F0502020204030204" pitchFamily="34" charset="0"/>
                    <a:cs typeface="Calibri" panose="020F0502020204030204" pitchFamily="34" charset="0"/>
                  </a:rPr>
                  <a:t>) </a:t>
                </a:r>
                <a:r>
                  <a:rPr kumimoji="1" lang="ja-JP" altLang="en-US" sz="2000" dirty="0">
                    <a:latin typeface="Calibri" panose="020F0502020204030204" pitchFamily="34" charset="0"/>
                    <a:ea typeface="Calibri" panose="020F0502020204030204" pitchFamily="34" charset="0"/>
                    <a:cs typeface="Calibri" panose="020F0502020204030204" pitchFamily="34" charset="0"/>
                  </a:rPr>
                  <a:t>状態を</a:t>
                </a:r>
                <a:r>
                  <a:rPr kumimoji="1" lang="en-US" altLang="ja-JP" sz="2000" dirty="0">
                    <a:latin typeface="Calibri" panose="020F0502020204030204" pitchFamily="34" charset="0"/>
                    <a:ea typeface="Calibri" panose="020F0502020204030204" pitchFamily="34" charset="0"/>
                    <a:cs typeface="Calibri" panose="020F0502020204030204" pitchFamily="34" charset="0"/>
                  </a:rPr>
                  <a:t>low-Pauli rank</a:t>
                </a:r>
                <a:r>
                  <a:rPr kumimoji="1" lang="ja-JP" altLang="en-US" sz="2000" dirty="0">
                    <a:latin typeface="Calibri" panose="020F0502020204030204" pitchFamily="34" charset="0"/>
                    <a:ea typeface="Calibri" panose="020F0502020204030204" pitchFamily="34" charset="0"/>
                    <a:cs typeface="Calibri" panose="020F0502020204030204" pitchFamily="34" charset="0"/>
                  </a:rPr>
                  <a:t>と呼ぶ。</a:t>
                </a:r>
                <a:endParaRPr kumimoji="1" lang="en-US" altLang="ja-JP" sz="2000" dirty="0">
                  <a:latin typeface="Calibri" panose="020F0502020204030204" pitchFamily="34" charset="0"/>
                  <a:ea typeface="Calibri" panose="020F0502020204030204" pitchFamily="34" charset="0"/>
                  <a:cs typeface="Calibri" panose="020F0502020204030204" pitchFamily="34" charset="0"/>
                </a:endParaRPr>
              </a:p>
              <a:p>
                <a:pPr algn="l"/>
                <a:r>
                  <a:rPr kumimoji="1" lang="ja-JP" altLang="en-US" sz="2000" dirty="0">
                    <a:latin typeface="Calibri" panose="020F0502020204030204" pitchFamily="34" charset="0"/>
                    <a:ea typeface="Calibri" panose="020F0502020204030204" pitchFamily="34" charset="0"/>
                    <a:cs typeface="Calibri" panose="020F0502020204030204" pitchFamily="34" charset="0"/>
                  </a:rPr>
                  <a:t>ただし、どの</a:t>
                </a:r>
                <a:r>
                  <a:rPr kumimoji="1" lang="en-US" altLang="ja-JP" sz="2000" dirty="0">
                    <a:latin typeface="Calibri" panose="020F0502020204030204" pitchFamily="34" charset="0"/>
                    <a:ea typeface="Calibri" panose="020F0502020204030204" pitchFamily="34" charset="0"/>
                    <a:cs typeface="Calibri" panose="020F0502020204030204" pitchFamily="34" charset="0"/>
                  </a:rPr>
                  <a:t>Pauli</a:t>
                </a:r>
                <a:r>
                  <a:rPr kumimoji="1" lang="ja-JP" altLang="en-US" sz="2000" dirty="0">
                    <a:latin typeface="Calibri" panose="020F0502020204030204" pitchFamily="34" charset="0"/>
                    <a:ea typeface="Calibri" panose="020F0502020204030204" pitchFamily="34" charset="0"/>
                    <a:cs typeface="Calibri" panose="020F0502020204030204" pitchFamily="34" charset="0"/>
                  </a:rPr>
                  <a:t>基底かは事前に知らないことに注意。</a:t>
                </a:r>
              </a:p>
            </p:txBody>
          </p:sp>
        </mc:Choice>
        <mc:Fallback xmlns="">
          <p:sp>
            <p:nvSpPr>
              <p:cNvPr id="9" name="テキスト ボックス 8">
                <a:extLst>
                  <a:ext uri="{FF2B5EF4-FFF2-40B4-BE49-F238E27FC236}">
                    <a16:creationId xmlns:a16="http://schemas.microsoft.com/office/drawing/2014/main" id="{B9B1816E-4E7B-4E27-DA90-53809B0AD34C}"/>
                  </a:ext>
                </a:extLst>
              </p:cNvPr>
              <p:cNvSpPr txBox="1">
                <a:spLocks noRot="1" noChangeAspect="1" noMove="1" noResize="1" noEditPoints="1" noAdjustHandles="1" noChangeArrowheads="1" noChangeShapeType="1" noTextEdit="1"/>
              </p:cNvSpPr>
              <p:nvPr/>
            </p:nvSpPr>
            <p:spPr>
              <a:xfrm>
                <a:off x="557115" y="2821567"/>
                <a:ext cx="10724521" cy="1015663"/>
              </a:xfrm>
              <a:prstGeom prst="rect">
                <a:avLst/>
              </a:prstGeom>
              <a:blipFill>
                <a:blip r:embed="rId3"/>
                <a:stretch>
                  <a:fillRect l="-568" t="-5422" b="-10843"/>
                </a:stretch>
              </a:blipFill>
            </p:spPr>
            <p:txBody>
              <a:bodyPr/>
              <a:lstStyle/>
              <a:p>
                <a:r>
                  <a:rPr lang="ja-JP" altLang="en-US">
                    <a:noFill/>
                  </a:rPr>
                  <a:t> </a:t>
                </a:r>
              </a:p>
            </p:txBody>
          </p:sp>
        </mc:Fallback>
      </mc:AlternateContent>
      <p:grpSp>
        <p:nvGrpSpPr>
          <p:cNvPr id="12" name="グループ化 11">
            <a:extLst>
              <a:ext uri="{FF2B5EF4-FFF2-40B4-BE49-F238E27FC236}">
                <a16:creationId xmlns:a16="http://schemas.microsoft.com/office/drawing/2014/main" id="{0D7D2C28-3EE9-A0B1-65FA-9C52EA8E78CE}"/>
              </a:ext>
            </a:extLst>
          </p:cNvPr>
          <p:cNvGrpSpPr/>
          <p:nvPr/>
        </p:nvGrpSpPr>
        <p:grpSpPr>
          <a:xfrm>
            <a:off x="557116" y="2037734"/>
            <a:ext cx="8187213" cy="613886"/>
            <a:chOff x="557116" y="2171716"/>
            <a:chExt cx="8187213" cy="613886"/>
          </a:xfrm>
        </p:grpSpPr>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D5FA5E70-B94B-9426-8C9B-AC955A12C170}"/>
                    </a:ext>
                  </a:extLst>
                </p:cNvPr>
                <p:cNvSpPr txBox="1"/>
                <p:nvPr/>
              </p:nvSpPr>
              <p:spPr>
                <a:xfrm>
                  <a:off x="557116" y="2359637"/>
                  <a:ext cx="3185262" cy="400110"/>
                </a:xfrm>
                <a:prstGeom prst="rect">
                  <a:avLst/>
                </a:prstGeom>
                <a:noFill/>
              </p:spPr>
              <p:txBody>
                <a:bodyPr wrap="square" rtlCol="0">
                  <a:spAutoFit/>
                </a:bodyPr>
                <a:lstStyle/>
                <a:p>
                  <a:pPr algn="l"/>
                  <a14:m>
                    <m:oMath xmlns:m="http://schemas.openxmlformats.org/officeDocument/2006/math">
                      <m:r>
                        <a:rPr kumimoji="1" lang="en-US" altLang="ja-JP" sz="2000" b="0" i="1" smtClean="0">
                          <a:latin typeface="Cambria Math" panose="02040503050406030204" pitchFamily="18" charset="0"/>
                          <a:ea typeface="Calibri" panose="020F0502020204030204" pitchFamily="34" charset="0"/>
                          <a:cs typeface="Calibri" panose="020F0502020204030204" pitchFamily="34" charset="0"/>
                        </a:rPr>
                        <m:t>𝑛</m:t>
                      </m:r>
                    </m:oMath>
                  </a14:m>
                  <a:r>
                    <a:rPr kumimoji="1" lang="en-US" altLang="ja-JP" sz="2000" dirty="0">
                      <a:latin typeface="Calibri" panose="020F0502020204030204" pitchFamily="34" charset="0"/>
                      <a:ea typeface="Calibri" panose="020F0502020204030204" pitchFamily="34" charset="0"/>
                      <a:cs typeface="Calibri" panose="020F0502020204030204" pitchFamily="34" charset="0"/>
                    </a:rPr>
                    <a:t>-qubit low Pauli-rank</a:t>
                  </a:r>
                  <a:r>
                    <a:rPr kumimoji="1" lang="ja-JP" altLang="en-US" sz="2000" dirty="0">
                      <a:latin typeface="Calibri" panose="020F0502020204030204" pitchFamily="34" charset="0"/>
                      <a:ea typeface="Calibri" panose="020F0502020204030204" pitchFamily="34" charset="0"/>
                      <a:cs typeface="Calibri" panose="020F0502020204030204" pitchFamily="34" charset="0"/>
                    </a:rPr>
                    <a:t>状態</a:t>
                  </a:r>
                  <a:r>
                    <a:rPr kumimoji="1" lang="en-US" altLang="ja-JP" sz="2000" dirty="0">
                      <a:latin typeface="Calibri" panose="020F0502020204030204" pitchFamily="34" charset="0"/>
                      <a:ea typeface="Calibri" panose="020F0502020204030204" pitchFamily="34" charset="0"/>
                      <a:cs typeface="Calibri" panose="020F0502020204030204" pitchFamily="34" charset="0"/>
                    </a:rPr>
                    <a:t>:</a:t>
                  </a:r>
                  <a:endParaRPr kumimoji="1" lang="ja-JP" altLang="en-US" sz="20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 name="テキスト ボックス 6">
                  <a:extLst>
                    <a:ext uri="{FF2B5EF4-FFF2-40B4-BE49-F238E27FC236}">
                      <a16:creationId xmlns:a16="http://schemas.microsoft.com/office/drawing/2014/main" id="{D5FA5E70-B94B-9426-8C9B-AC955A12C170}"/>
                    </a:ext>
                  </a:extLst>
                </p:cNvPr>
                <p:cNvSpPr txBox="1">
                  <a:spLocks noRot="1" noChangeAspect="1" noMove="1" noResize="1" noEditPoints="1" noAdjustHandles="1" noChangeArrowheads="1" noChangeShapeType="1" noTextEdit="1"/>
                </p:cNvSpPr>
                <p:nvPr/>
              </p:nvSpPr>
              <p:spPr>
                <a:xfrm>
                  <a:off x="557116" y="2359637"/>
                  <a:ext cx="3185262" cy="400110"/>
                </a:xfrm>
                <a:prstGeom prst="rect">
                  <a:avLst/>
                </a:prstGeom>
                <a:blipFill>
                  <a:blip r:embed="rId4"/>
                  <a:stretch>
                    <a:fillRect t="-12121" b="-2727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A3864F5C-6270-E28F-5502-A10C4F6B9A49}"/>
                    </a:ext>
                  </a:extLst>
                </p:cNvPr>
                <p:cNvSpPr txBox="1"/>
                <p:nvPr/>
              </p:nvSpPr>
              <p:spPr>
                <a:xfrm>
                  <a:off x="3742378" y="2171716"/>
                  <a:ext cx="2470698" cy="613886"/>
                </a:xfrm>
                <a:prstGeom prst="rect">
                  <a:avLst/>
                </a:prstGeom>
                <a:noFill/>
              </p:spPr>
              <p:txBody>
                <a:bodyPr wrap="square" rtlCol="0">
                  <a:spAutoFit/>
                </a:bodyPr>
                <a:lstStyle/>
                <a:p>
                  <a:pPr algn="l"/>
                  <a14:m>
                    <m:oMath xmlns:m="http://schemas.openxmlformats.org/officeDocument/2006/math">
                      <m:r>
                        <a:rPr kumimoji="1" lang="en-US" altLang="ja-JP" sz="2400" b="0" i="1" smtClean="0">
                          <a:latin typeface="Cambria Math" panose="02040503050406030204" pitchFamily="18" charset="0"/>
                          <a:ea typeface="Calibri" panose="020F0502020204030204" pitchFamily="34" charset="0"/>
                          <a:cs typeface="Calibri" panose="020F0502020204030204" pitchFamily="34" charset="0"/>
                        </a:rPr>
                        <m:t>𝜌</m:t>
                      </m:r>
                      <m:r>
                        <a:rPr kumimoji="1" lang="en-US" altLang="ja-JP" sz="2400" b="0" i="1" smtClean="0">
                          <a:latin typeface="Cambria Math" panose="02040503050406030204" pitchFamily="18" charset="0"/>
                          <a:ea typeface="Calibri" panose="020F0502020204030204" pitchFamily="34" charset="0"/>
                          <a:cs typeface="Calibri" panose="020F0502020204030204" pitchFamily="34" charset="0"/>
                        </a:rPr>
                        <m:t>=</m:t>
                      </m:r>
                      <m:f>
                        <m:fPr>
                          <m:ctrlPr>
                            <a:rPr kumimoji="1" lang="en-US" altLang="ja-JP" sz="2400" b="0" i="1" smtClean="0">
                              <a:latin typeface="Cambria Math" panose="02040503050406030204" pitchFamily="18" charset="0"/>
                              <a:ea typeface="Calibri" panose="020F0502020204030204" pitchFamily="34" charset="0"/>
                              <a:cs typeface="Calibri" panose="020F0502020204030204" pitchFamily="34" charset="0"/>
                            </a:rPr>
                          </m:ctrlPr>
                        </m:fPr>
                        <m:num>
                          <m:r>
                            <a:rPr kumimoji="1" lang="en-US" altLang="ja-JP" sz="2400" b="0" i="1" smtClean="0">
                              <a:latin typeface="Cambria Math" panose="02040503050406030204" pitchFamily="18" charset="0"/>
                              <a:ea typeface="Calibri" panose="020F0502020204030204" pitchFamily="34" charset="0"/>
                              <a:cs typeface="Calibri" panose="020F0502020204030204" pitchFamily="34" charset="0"/>
                            </a:rPr>
                            <m:t>1</m:t>
                          </m:r>
                        </m:num>
                        <m:den>
                          <m:sSup>
                            <m:sSupPr>
                              <m:ctrlPr>
                                <a:rPr kumimoji="1" lang="en-US" altLang="ja-JP" sz="2400" b="0" i="1" smtClean="0">
                                  <a:latin typeface="Cambria Math" panose="02040503050406030204" pitchFamily="18" charset="0"/>
                                  <a:ea typeface="Calibri" panose="020F0502020204030204" pitchFamily="34" charset="0"/>
                                  <a:cs typeface="Calibri" panose="020F0502020204030204" pitchFamily="34" charset="0"/>
                                </a:rPr>
                              </m:ctrlPr>
                            </m:sSupPr>
                            <m:e>
                              <m:r>
                                <a:rPr kumimoji="1" lang="en-US" altLang="ja-JP" sz="2400" b="0" i="1" smtClean="0">
                                  <a:latin typeface="Cambria Math" panose="02040503050406030204" pitchFamily="18" charset="0"/>
                                  <a:ea typeface="Calibri" panose="020F0502020204030204" pitchFamily="34" charset="0"/>
                                  <a:cs typeface="Calibri" panose="020F0502020204030204" pitchFamily="34" charset="0"/>
                                </a:rPr>
                                <m:t>2</m:t>
                              </m:r>
                            </m:e>
                            <m:sup>
                              <m:r>
                                <a:rPr kumimoji="1" lang="en-US" altLang="ja-JP" sz="2400" b="0" i="1" smtClean="0">
                                  <a:latin typeface="Cambria Math" panose="02040503050406030204" pitchFamily="18" charset="0"/>
                                  <a:ea typeface="Calibri" panose="020F0502020204030204" pitchFamily="34" charset="0"/>
                                  <a:cs typeface="Calibri" panose="020F0502020204030204" pitchFamily="34" charset="0"/>
                                </a:rPr>
                                <m:t>𝑛</m:t>
                              </m:r>
                            </m:sup>
                          </m:sSup>
                        </m:den>
                      </m:f>
                      <m:r>
                        <a:rPr kumimoji="1" lang="en-US" altLang="ja-JP" sz="2400" b="0" i="1" smtClean="0">
                          <a:latin typeface="Cambria Math" panose="02040503050406030204" pitchFamily="18" charset="0"/>
                          <a:ea typeface="Calibri" panose="020F0502020204030204" pitchFamily="34" charset="0"/>
                          <a:cs typeface="Calibri" panose="020F0502020204030204" pitchFamily="34" charset="0"/>
                        </a:rPr>
                        <m:t> </m:t>
                      </m:r>
                      <m:nary>
                        <m:naryPr>
                          <m:chr m:val="∑"/>
                          <m:ctrlPr>
                            <a:rPr kumimoji="1" lang="en-US" altLang="ja-JP" sz="2400" b="0" i="1" smtClean="0">
                              <a:latin typeface="Cambria Math" panose="02040503050406030204" pitchFamily="18" charset="0"/>
                              <a:ea typeface="Calibri" panose="020F0502020204030204" pitchFamily="34" charset="0"/>
                              <a:cs typeface="Calibri" panose="020F0502020204030204" pitchFamily="34" charset="0"/>
                            </a:rPr>
                          </m:ctrlPr>
                        </m:naryPr>
                        <m:sub>
                          <m:r>
                            <m:rPr>
                              <m:brk m:alnAt="23"/>
                            </m:rPr>
                            <a:rPr kumimoji="1" lang="en-US" altLang="ja-JP" sz="2400" b="0" i="1" smtClean="0">
                              <a:latin typeface="Cambria Math" panose="02040503050406030204" pitchFamily="18" charset="0"/>
                              <a:ea typeface="Calibri" panose="020F0502020204030204" pitchFamily="34" charset="0"/>
                              <a:cs typeface="Calibri" panose="020F0502020204030204" pitchFamily="34" charset="0"/>
                            </a:rPr>
                            <m:t>𝑖</m:t>
                          </m:r>
                          <m:r>
                            <a:rPr kumimoji="1" lang="en-US" altLang="ja-JP" sz="2400" b="0" i="1" smtClean="0">
                              <a:latin typeface="Cambria Math" panose="02040503050406030204" pitchFamily="18" charset="0"/>
                              <a:ea typeface="Calibri" panose="020F0502020204030204" pitchFamily="34" charset="0"/>
                              <a:cs typeface="Calibri" panose="020F0502020204030204" pitchFamily="34" charset="0"/>
                            </a:rPr>
                            <m:t>=1</m:t>
                          </m:r>
                        </m:sub>
                        <m:sup>
                          <m:r>
                            <a:rPr kumimoji="1" lang="en-US" altLang="ja-JP" sz="2400" b="0" i="1" smtClean="0">
                              <a:latin typeface="Cambria Math" panose="02040503050406030204" pitchFamily="18" charset="0"/>
                              <a:ea typeface="Calibri" panose="020F0502020204030204" pitchFamily="34" charset="0"/>
                              <a:cs typeface="Calibri" panose="020F0502020204030204" pitchFamily="34" charset="0"/>
                            </a:rPr>
                            <m:t>𝑙</m:t>
                          </m:r>
                        </m:sup>
                        <m:e>
                          <m:sSub>
                            <m:sSubPr>
                              <m:ctrlPr>
                                <a:rPr kumimoji="1" lang="en-US" altLang="ja-JP" sz="2400" b="0" i="1" smtClean="0">
                                  <a:latin typeface="Cambria Math" panose="02040503050406030204" pitchFamily="18" charset="0"/>
                                  <a:ea typeface="Calibri" panose="020F0502020204030204" pitchFamily="34" charset="0"/>
                                  <a:cs typeface="Calibri" panose="020F0502020204030204" pitchFamily="34" charset="0"/>
                                </a:rPr>
                              </m:ctrlPr>
                            </m:sSubPr>
                            <m:e>
                              <m:r>
                                <a:rPr kumimoji="1" lang="en-US" altLang="ja-JP" sz="2400" b="0" i="1" smtClean="0">
                                  <a:latin typeface="Cambria Math" panose="02040503050406030204" pitchFamily="18" charset="0"/>
                                  <a:ea typeface="Calibri" panose="020F0502020204030204" pitchFamily="34" charset="0"/>
                                  <a:cs typeface="Calibri" panose="020F0502020204030204" pitchFamily="34" charset="0"/>
                                </a:rPr>
                                <m:t>𝑐</m:t>
                              </m:r>
                            </m:e>
                            <m:sub>
                              <m:r>
                                <a:rPr kumimoji="1" lang="en-US" altLang="ja-JP" sz="2400" b="0" i="1" smtClean="0">
                                  <a:latin typeface="Cambria Math" panose="02040503050406030204" pitchFamily="18" charset="0"/>
                                  <a:ea typeface="Calibri" panose="020F0502020204030204" pitchFamily="34" charset="0"/>
                                  <a:cs typeface="Calibri" panose="020F0502020204030204" pitchFamily="34" charset="0"/>
                                </a:rPr>
                                <m:t>𝑖</m:t>
                              </m:r>
                            </m:sub>
                          </m:sSub>
                          <m:sSub>
                            <m:sSubPr>
                              <m:ctrlPr>
                                <a:rPr kumimoji="1" lang="en-US" altLang="ja-JP" sz="2400" b="0" i="1" smtClean="0">
                                  <a:latin typeface="Cambria Math" panose="02040503050406030204" pitchFamily="18" charset="0"/>
                                  <a:ea typeface="Calibri" panose="020F0502020204030204" pitchFamily="34" charset="0"/>
                                  <a:cs typeface="Calibri" panose="020F0502020204030204" pitchFamily="34" charset="0"/>
                                </a:rPr>
                              </m:ctrlPr>
                            </m:sSubPr>
                            <m:e>
                              <m:r>
                                <a:rPr kumimoji="1" lang="en-US" altLang="ja-JP" sz="2400" b="0" i="1" smtClean="0">
                                  <a:latin typeface="Cambria Math" panose="02040503050406030204" pitchFamily="18" charset="0"/>
                                  <a:ea typeface="Calibri" panose="020F0502020204030204" pitchFamily="34" charset="0"/>
                                  <a:cs typeface="Calibri" panose="020F0502020204030204" pitchFamily="34" charset="0"/>
                                </a:rPr>
                                <m:t>𝑃</m:t>
                              </m:r>
                            </m:e>
                            <m:sub>
                              <m:r>
                                <a:rPr kumimoji="1" lang="en-US" altLang="ja-JP" sz="2400" b="0" i="1" smtClean="0">
                                  <a:latin typeface="Cambria Math" panose="02040503050406030204" pitchFamily="18" charset="0"/>
                                  <a:ea typeface="Calibri" panose="020F0502020204030204" pitchFamily="34" charset="0"/>
                                  <a:cs typeface="Calibri" panose="020F0502020204030204" pitchFamily="34" charset="0"/>
                                </a:rPr>
                                <m:t>𝑖</m:t>
                              </m:r>
                            </m:sub>
                          </m:sSub>
                        </m:e>
                      </m:nary>
                    </m:oMath>
                  </a14:m>
                  <a:r>
                    <a:rPr kumimoji="1" lang="ja-JP" altLang="en-US" sz="2400" dirty="0">
                      <a:latin typeface="Calibri" panose="020F0502020204030204" pitchFamily="34" charset="0"/>
                      <a:ea typeface="Calibri" panose="020F0502020204030204" pitchFamily="34" charset="0"/>
                      <a:cs typeface="Calibri" panose="020F0502020204030204" pitchFamily="34" charset="0"/>
                    </a:rPr>
                    <a:t> </a:t>
                  </a:r>
                </a:p>
              </p:txBody>
            </p:sp>
          </mc:Choice>
          <mc:Fallback xmlns="">
            <p:sp>
              <p:nvSpPr>
                <p:cNvPr id="8" name="テキスト ボックス 7">
                  <a:extLst>
                    <a:ext uri="{FF2B5EF4-FFF2-40B4-BE49-F238E27FC236}">
                      <a16:creationId xmlns:a16="http://schemas.microsoft.com/office/drawing/2014/main" id="{A3864F5C-6270-E28F-5502-A10C4F6B9A49}"/>
                    </a:ext>
                  </a:extLst>
                </p:cNvPr>
                <p:cNvSpPr txBox="1">
                  <a:spLocks noRot="1" noChangeAspect="1" noMove="1" noResize="1" noEditPoints="1" noAdjustHandles="1" noChangeArrowheads="1" noChangeShapeType="1" noTextEdit="1"/>
                </p:cNvSpPr>
                <p:nvPr/>
              </p:nvSpPr>
              <p:spPr>
                <a:xfrm>
                  <a:off x="3742378" y="2171716"/>
                  <a:ext cx="2470698" cy="613886"/>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98290F68-46B0-43C4-2968-BF33450AE3B0}"/>
                    </a:ext>
                  </a:extLst>
                </p:cNvPr>
                <p:cNvSpPr txBox="1"/>
                <p:nvPr/>
              </p:nvSpPr>
              <p:spPr>
                <a:xfrm>
                  <a:off x="6146465" y="2341663"/>
                  <a:ext cx="2597864" cy="400110"/>
                </a:xfrm>
                <a:prstGeom prst="rect">
                  <a:avLst/>
                </a:prstGeom>
                <a:noFill/>
              </p:spPr>
              <p:txBody>
                <a:bodyPr wrap="square" rtlCol="0">
                  <a:spAutoFit/>
                </a:bodyPr>
                <a:lstStyle/>
                <a:p>
                  <a:pPr algn="l"/>
                  <a:r>
                    <a:rPr lang="en-US" altLang="ja-JP" sz="2000" dirty="0">
                      <a:latin typeface="Calibri" panose="020F0502020204030204" pitchFamily="34" charset="0"/>
                      <a:ea typeface="Calibri" panose="020F0502020204030204" pitchFamily="34" charset="0"/>
                      <a:cs typeface="Calibri" panose="020F0502020204030204" pitchFamily="34" charset="0"/>
                    </a:rPr>
                    <a:t>, w</a:t>
                  </a:r>
                  <a:r>
                    <a:rPr kumimoji="1" lang="en-US" altLang="ja-JP" sz="2000" dirty="0">
                      <a:latin typeface="Calibri" panose="020F0502020204030204" pitchFamily="34" charset="0"/>
                      <a:ea typeface="Calibri" panose="020F0502020204030204" pitchFamily="34" charset="0"/>
                      <a:cs typeface="Calibri" panose="020F0502020204030204" pitchFamily="34" charset="0"/>
                    </a:rPr>
                    <a:t>here</a:t>
                  </a:r>
                  <a:r>
                    <a:rPr lang="ja-JP" altLang="en-US" sz="20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sSub>
                        <m:sSubPr>
                          <m:ctrlPr>
                            <a:rPr lang="en-US" altLang="ja-JP" sz="2000" b="0" i="1" smtClean="0">
                              <a:latin typeface="Cambria Math" panose="02040503050406030204" pitchFamily="18" charset="0"/>
                              <a:ea typeface="Calibri" panose="020F0502020204030204" pitchFamily="34" charset="0"/>
                              <a:cs typeface="Calibri" panose="020F0502020204030204" pitchFamily="34" charset="0"/>
                            </a:rPr>
                          </m:ctrlPr>
                        </m:sSubPr>
                        <m:e>
                          <m:r>
                            <a:rPr lang="en-US" altLang="ja-JP" sz="2000" b="0" i="1" smtClean="0">
                              <a:latin typeface="Cambria Math" panose="02040503050406030204" pitchFamily="18" charset="0"/>
                              <a:ea typeface="Calibri" panose="020F0502020204030204" pitchFamily="34" charset="0"/>
                              <a:cs typeface="Calibri" panose="020F0502020204030204" pitchFamily="34" charset="0"/>
                            </a:rPr>
                            <m:t>𝑐</m:t>
                          </m:r>
                        </m:e>
                        <m:sub>
                          <m:r>
                            <a:rPr lang="en-US" altLang="ja-JP" sz="2000" b="0" i="1" smtClean="0">
                              <a:latin typeface="Cambria Math" panose="02040503050406030204" pitchFamily="18" charset="0"/>
                              <a:ea typeface="Calibri" panose="020F0502020204030204" pitchFamily="34" charset="0"/>
                              <a:cs typeface="Calibri" panose="020F0502020204030204" pitchFamily="34" charset="0"/>
                            </a:rPr>
                            <m:t>𝑖</m:t>
                          </m:r>
                        </m:sub>
                      </m:sSub>
                      <m:r>
                        <a:rPr lang="en-US" altLang="ja-JP" sz="2000" b="0" i="1" smtClean="0">
                          <a:latin typeface="Cambria Math" panose="02040503050406030204" pitchFamily="18" charset="0"/>
                          <a:ea typeface="Calibri" panose="020F0502020204030204" pitchFamily="34" charset="0"/>
                          <a:cs typeface="Calibri" panose="020F0502020204030204" pitchFamily="34" charset="0"/>
                        </a:rPr>
                        <m:t>=</m:t>
                      </m:r>
                      <m:r>
                        <m:rPr>
                          <m:sty m:val="p"/>
                        </m:rPr>
                        <a:rPr lang="en-US" altLang="ja-JP" sz="2000" b="0" i="1" smtClean="0">
                          <a:latin typeface="Cambria Math" panose="02040503050406030204" pitchFamily="18" charset="0"/>
                          <a:ea typeface="Calibri" panose="020F0502020204030204" pitchFamily="34" charset="0"/>
                          <a:cs typeface="Calibri" panose="020F0502020204030204" pitchFamily="34" charset="0"/>
                        </a:rPr>
                        <m:t>Tr</m:t>
                      </m:r>
                      <m:r>
                        <a:rPr lang="en-US" altLang="ja-JP" sz="2000" b="0" i="1" smtClean="0">
                          <a:latin typeface="Cambria Math" panose="02040503050406030204" pitchFamily="18" charset="0"/>
                          <a:ea typeface="Calibri" panose="020F0502020204030204" pitchFamily="34" charset="0"/>
                          <a:cs typeface="Calibri" panose="020F0502020204030204" pitchFamily="34" charset="0"/>
                        </a:rPr>
                        <m:t>[</m:t>
                      </m:r>
                      <m:sSub>
                        <m:sSubPr>
                          <m:ctrlPr>
                            <a:rPr lang="en-US" altLang="ja-JP" sz="2000" b="0" i="1" smtClean="0">
                              <a:latin typeface="Cambria Math" panose="02040503050406030204" pitchFamily="18" charset="0"/>
                              <a:ea typeface="Calibri" panose="020F0502020204030204" pitchFamily="34" charset="0"/>
                              <a:cs typeface="Calibri" panose="020F0502020204030204" pitchFamily="34" charset="0"/>
                            </a:rPr>
                          </m:ctrlPr>
                        </m:sSubPr>
                        <m:e>
                          <m:r>
                            <a:rPr lang="en-US" altLang="ja-JP" sz="2000" b="0" i="1" smtClean="0">
                              <a:latin typeface="Cambria Math" panose="02040503050406030204" pitchFamily="18" charset="0"/>
                              <a:ea typeface="Calibri" panose="020F0502020204030204" pitchFamily="34" charset="0"/>
                              <a:cs typeface="Calibri" panose="020F0502020204030204" pitchFamily="34" charset="0"/>
                            </a:rPr>
                            <m:t>𝑃</m:t>
                          </m:r>
                        </m:e>
                        <m:sub>
                          <m:r>
                            <a:rPr lang="en-US" altLang="ja-JP" sz="2000" b="0" i="1" smtClean="0">
                              <a:latin typeface="Cambria Math" panose="02040503050406030204" pitchFamily="18" charset="0"/>
                              <a:ea typeface="Calibri" panose="020F0502020204030204" pitchFamily="34" charset="0"/>
                              <a:cs typeface="Calibri" panose="020F0502020204030204" pitchFamily="34" charset="0"/>
                            </a:rPr>
                            <m:t>𝑖</m:t>
                          </m:r>
                        </m:sub>
                      </m:sSub>
                      <m:r>
                        <a:rPr lang="en-US" altLang="ja-JP" sz="2000" b="0" i="1" smtClean="0">
                          <a:latin typeface="Cambria Math" panose="02040503050406030204" pitchFamily="18" charset="0"/>
                          <a:ea typeface="Calibri" panose="020F0502020204030204" pitchFamily="34" charset="0"/>
                          <a:cs typeface="Calibri" panose="020F0502020204030204" pitchFamily="34" charset="0"/>
                        </a:rPr>
                        <m:t>𝜌</m:t>
                      </m:r>
                      <m:r>
                        <a:rPr lang="en-US" altLang="ja-JP" sz="2000" b="0" i="1" smtClean="0">
                          <a:latin typeface="Cambria Math" panose="02040503050406030204" pitchFamily="18" charset="0"/>
                          <a:ea typeface="Calibri" panose="020F0502020204030204" pitchFamily="34" charset="0"/>
                          <a:cs typeface="Calibri" panose="020F0502020204030204" pitchFamily="34" charset="0"/>
                        </a:rPr>
                        <m:t>]</m:t>
                      </m:r>
                    </m:oMath>
                  </a14:m>
                  <a:r>
                    <a:rPr kumimoji="1" lang="en-US" altLang="ja-JP" sz="2000" dirty="0">
                      <a:latin typeface="Calibri" panose="020F0502020204030204" pitchFamily="34" charset="0"/>
                      <a:ea typeface="Calibri" panose="020F0502020204030204" pitchFamily="34" charset="0"/>
                      <a:cs typeface="Calibri" panose="020F0502020204030204" pitchFamily="34" charset="0"/>
                    </a:rPr>
                    <a:t>.</a:t>
                  </a:r>
                  <a:endParaRPr kumimoji="1" lang="ja-JP" altLang="en-US" sz="20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 name="テキスト ボックス 9">
                  <a:extLst>
                    <a:ext uri="{FF2B5EF4-FFF2-40B4-BE49-F238E27FC236}">
                      <a16:creationId xmlns:a16="http://schemas.microsoft.com/office/drawing/2014/main" id="{98290F68-46B0-43C4-2968-BF33450AE3B0}"/>
                    </a:ext>
                  </a:extLst>
                </p:cNvPr>
                <p:cNvSpPr txBox="1">
                  <a:spLocks noRot="1" noChangeAspect="1" noMove="1" noResize="1" noEditPoints="1" noAdjustHandles="1" noChangeArrowheads="1" noChangeShapeType="1" noTextEdit="1"/>
                </p:cNvSpPr>
                <p:nvPr/>
              </p:nvSpPr>
              <p:spPr>
                <a:xfrm>
                  <a:off x="6146465" y="2341663"/>
                  <a:ext cx="2597864" cy="400110"/>
                </a:xfrm>
                <a:prstGeom prst="rect">
                  <a:avLst/>
                </a:prstGeom>
                <a:blipFill>
                  <a:blip r:embed="rId6"/>
                  <a:stretch>
                    <a:fillRect l="-2347" t="-7576" b="-25758"/>
                  </a:stretch>
                </a:blipFill>
              </p:spPr>
              <p:txBody>
                <a:bodyPr/>
                <a:lstStyle/>
                <a:p>
                  <a:r>
                    <a:rPr lang="ja-JP" altLang="en-US">
                      <a:noFill/>
                    </a:rPr>
                    <a:t> </a:t>
                  </a:r>
                </a:p>
              </p:txBody>
            </p:sp>
          </mc:Fallback>
        </mc:AlternateContent>
      </p:grpSp>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CD0449D1-03CE-CFD7-981E-6FBCE9B31DCB}"/>
                  </a:ext>
                </a:extLst>
              </p:cNvPr>
              <p:cNvSpPr txBox="1"/>
              <p:nvPr/>
            </p:nvSpPr>
            <p:spPr>
              <a:xfrm>
                <a:off x="557115" y="4007177"/>
                <a:ext cx="10724521" cy="1015663"/>
              </a:xfrm>
              <a:prstGeom prst="rect">
                <a:avLst/>
              </a:prstGeom>
              <a:noFill/>
            </p:spPr>
            <p:txBody>
              <a:bodyPr wrap="square" rtlCol="0">
                <a:spAutoFit/>
              </a:bodyPr>
              <a:lstStyle/>
              <a:p>
                <a:r>
                  <a:rPr kumimoji="1" lang="ja-JP" altLang="en-US" sz="2000" dirty="0">
                    <a:latin typeface="Calibri" panose="020F0502020204030204" pitchFamily="34" charset="0"/>
                    <a:ea typeface="Calibri" panose="020F0502020204030204" pitchFamily="34" charset="0"/>
                    <a:cs typeface="Calibri" panose="020F0502020204030204" pitchFamily="34" charset="0"/>
                  </a:rPr>
                  <a:t>この</a:t>
                </a:r>
                <a:r>
                  <a:rPr kumimoji="1" lang="en-US" altLang="ja-JP" sz="2000" dirty="0">
                    <a:latin typeface="Calibri" panose="020F0502020204030204" pitchFamily="34" charset="0"/>
                    <a:ea typeface="Calibri" panose="020F0502020204030204" pitchFamily="34" charset="0"/>
                    <a:cs typeface="Calibri" panose="020F0502020204030204" pitchFamily="34" charset="0"/>
                  </a:rPr>
                  <a:t>low Pauli-rank</a:t>
                </a:r>
                <a:r>
                  <a:rPr kumimoji="1" lang="ja-JP" altLang="en-US" sz="2000" dirty="0">
                    <a:latin typeface="Calibri" panose="020F0502020204030204" pitchFamily="34" charset="0"/>
                    <a:ea typeface="Calibri" panose="020F0502020204030204" pitchFamily="34" charset="0"/>
                    <a:cs typeface="Calibri" panose="020F0502020204030204" pitchFamily="34" charset="0"/>
                  </a:rPr>
                  <a:t>状態の複数個のコピーを用いた量子状態の再構成を、</a:t>
                </a:r>
                <a:r>
                  <a:rPr kumimoji="1" lang="ja-JP" altLang="en-US" sz="2000" b="1" dirty="0">
                    <a:latin typeface="Calibri" panose="020F0502020204030204" pitchFamily="34" charset="0"/>
                    <a:ea typeface="Calibri" panose="020F0502020204030204" pitchFamily="34" charset="0"/>
                    <a:cs typeface="Calibri" panose="020F0502020204030204" pitchFamily="34" charset="0"/>
                  </a:rPr>
                  <a:t>通常の</a:t>
                </a:r>
                <a14:m>
                  <m:oMath xmlns:m="http://schemas.openxmlformats.org/officeDocument/2006/math">
                    <m:sSub>
                      <m:sSubPr>
                        <m:ctrlPr>
                          <a:rPr kumimoji="1" lang="en-US" altLang="ja-JP" sz="2000" b="1" i="1" smtClean="0">
                            <a:latin typeface="Cambria Math" panose="02040503050406030204" pitchFamily="18" charset="0"/>
                            <a:ea typeface="Calibri" panose="020F0502020204030204" pitchFamily="34" charset="0"/>
                            <a:cs typeface="Calibri" panose="020F0502020204030204" pitchFamily="34" charset="0"/>
                          </a:rPr>
                        </m:ctrlPr>
                      </m:sSubPr>
                      <m:e>
                        <m:r>
                          <a:rPr kumimoji="1" lang="en-US" altLang="ja-JP" sz="2000" b="1" i="1" smtClean="0">
                            <a:latin typeface="Cambria Math" panose="02040503050406030204" pitchFamily="18" charset="0"/>
                            <a:ea typeface="Calibri" panose="020F0502020204030204" pitchFamily="34" charset="0"/>
                            <a:cs typeface="Calibri" panose="020F0502020204030204" pitchFamily="34" charset="0"/>
                          </a:rPr>
                          <m:t>𝒄</m:t>
                        </m:r>
                      </m:e>
                      <m:sub>
                        <m:r>
                          <a:rPr kumimoji="1" lang="en-US" altLang="ja-JP" sz="2000" b="1" i="1" smtClean="0">
                            <a:latin typeface="Cambria Math" panose="02040503050406030204" pitchFamily="18" charset="0"/>
                            <a:ea typeface="Calibri" panose="020F0502020204030204" pitchFamily="34" charset="0"/>
                            <a:cs typeface="Calibri" panose="020F0502020204030204" pitchFamily="34" charset="0"/>
                          </a:rPr>
                          <m:t>𝒊</m:t>
                        </m:r>
                      </m:sub>
                    </m:sSub>
                  </m:oMath>
                </a14:m>
                <a:r>
                  <a:rPr kumimoji="1" lang="ja-JP" altLang="en-US" sz="2000" b="1" dirty="0">
                    <a:latin typeface="Calibri" panose="020F0502020204030204" pitchFamily="34" charset="0"/>
                    <a:ea typeface="Calibri" panose="020F0502020204030204" pitchFamily="34" charset="0"/>
                    <a:cs typeface="Calibri" panose="020F0502020204030204" pitchFamily="34" charset="0"/>
                  </a:rPr>
                  <a:t>を</a:t>
                </a:r>
                <a:r>
                  <a:rPr kumimoji="1" lang="en-US" altLang="ja-JP" sz="2000" b="1" dirty="0">
                    <a:latin typeface="Calibri" panose="020F0502020204030204" pitchFamily="34" charset="0"/>
                    <a:ea typeface="Calibri" panose="020F0502020204030204" pitchFamily="34" charset="0"/>
                    <a:cs typeface="Calibri" panose="020F0502020204030204" pitchFamily="34" charset="0"/>
                  </a:rPr>
                  <a:t>Pauli</a:t>
                </a:r>
                <a:r>
                  <a:rPr kumimoji="1" lang="ja-JP" altLang="en-US" sz="2000" b="1" dirty="0">
                    <a:latin typeface="Calibri" panose="020F0502020204030204" pitchFamily="34" charset="0"/>
                    <a:ea typeface="Calibri" panose="020F0502020204030204" pitchFamily="34" charset="0"/>
                    <a:cs typeface="Calibri" panose="020F0502020204030204" pitchFamily="34" charset="0"/>
                  </a:rPr>
                  <a:t>基底の期待値から推定する</a:t>
                </a:r>
                <a:r>
                  <a:rPr lang="en-US" altLang="ja-JP" sz="2000" b="1" dirty="0">
                    <a:latin typeface="Calibri" panose="020F0502020204030204" pitchFamily="34" charset="0"/>
                    <a:ea typeface="Calibri" panose="020F0502020204030204" pitchFamily="34" charset="0"/>
                    <a:cs typeface="Calibri" panose="020F0502020204030204" pitchFamily="34" charset="0"/>
                  </a:rPr>
                  <a:t>tomography</a:t>
                </a:r>
                <a:r>
                  <a:rPr lang="ja-JP" altLang="en-US" sz="2000" dirty="0">
                    <a:latin typeface="Calibri" panose="020F0502020204030204" pitchFamily="34" charset="0"/>
                    <a:ea typeface="Calibri" panose="020F0502020204030204" pitchFamily="34" charset="0"/>
                    <a:cs typeface="Calibri" panose="020F0502020204030204" pitchFamily="34" charset="0"/>
                  </a:rPr>
                  <a:t>と、今回のテーマである</a:t>
                </a:r>
                <a:r>
                  <a:rPr lang="en-US" altLang="ja-JP" sz="2000" b="1" dirty="0">
                    <a:latin typeface="Calibri" panose="020F0502020204030204" pitchFamily="34" charset="0"/>
                    <a:ea typeface="Calibri" panose="020F0502020204030204" pitchFamily="34" charset="0"/>
                    <a:cs typeface="Calibri" panose="020F0502020204030204" pitchFamily="34" charset="0"/>
                  </a:rPr>
                  <a:t>Classical shadow</a:t>
                </a:r>
                <a:r>
                  <a:rPr lang="ja-JP" altLang="en-US" sz="2000" b="1" dirty="0">
                    <a:latin typeface="Calibri" panose="020F0502020204030204" pitchFamily="34" charset="0"/>
                    <a:ea typeface="Calibri" panose="020F0502020204030204" pitchFamily="34" charset="0"/>
                    <a:cs typeface="Calibri" panose="020F0502020204030204" pitchFamily="34" charset="0"/>
                  </a:rPr>
                  <a:t>を使って</a:t>
                </a:r>
                <a14:m>
                  <m:oMath xmlns:m="http://schemas.openxmlformats.org/officeDocument/2006/math">
                    <m:sSub>
                      <m:sSubPr>
                        <m:ctrlPr>
                          <a:rPr lang="en-US" altLang="ja-JP" sz="2000" b="1" i="1">
                            <a:latin typeface="Cambria Math" panose="02040503050406030204" pitchFamily="18" charset="0"/>
                            <a:ea typeface="Calibri" panose="020F0502020204030204" pitchFamily="34" charset="0"/>
                            <a:cs typeface="Calibri" panose="020F0502020204030204" pitchFamily="34" charset="0"/>
                          </a:rPr>
                        </m:ctrlPr>
                      </m:sSubPr>
                      <m:e>
                        <m:r>
                          <a:rPr lang="en-US" altLang="ja-JP" sz="2000" b="1" i="1">
                            <a:latin typeface="Cambria Math" panose="02040503050406030204" pitchFamily="18" charset="0"/>
                            <a:ea typeface="Calibri" panose="020F0502020204030204" pitchFamily="34" charset="0"/>
                            <a:cs typeface="Calibri" panose="020F0502020204030204" pitchFamily="34" charset="0"/>
                          </a:rPr>
                          <m:t>𝒄</m:t>
                        </m:r>
                      </m:e>
                      <m:sub>
                        <m:r>
                          <a:rPr lang="en-US" altLang="ja-JP" sz="2000" b="1" i="1">
                            <a:latin typeface="Cambria Math" panose="02040503050406030204" pitchFamily="18" charset="0"/>
                            <a:ea typeface="Calibri" panose="020F0502020204030204" pitchFamily="34" charset="0"/>
                            <a:cs typeface="Calibri" panose="020F0502020204030204" pitchFamily="34" charset="0"/>
                          </a:rPr>
                          <m:t>𝒊</m:t>
                        </m:r>
                      </m:sub>
                    </m:sSub>
                  </m:oMath>
                </a14:m>
                <a:r>
                  <a:rPr lang="ja-JP" altLang="en-US" sz="2000" b="1" dirty="0">
                    <a:latin typeface="Calibri" panose="020F0502020204030204" pitchFamily="34" charset="0"/>
                    <a:ea typeface="Calibri" panose="020F0502020204030204" pitchFamily="34" charset="0"/>
                    <a:cs typeface="Calibri" panose="020F0502020204030204" pitchFamily="34" charset="0"/>
                  </a:rPr>
                  <a:t>を推定する</a:t>
                </a:r>
                <a:r>
                  <a:rPr lang="en-US" altLang="ja-JP" sz="2000" b="1" dirty="0">
                    <a:latin typeface="Calibri" panose="020F0502020204030204" pitchFamily="34" charset="0"/>
                    <a:ea typeface="Calibri" panose="020F0502020204030204" pitchFamily="34" charset="0"/>
                    <a:cs typeface="Calibri" panose="020F0502020204030204" pitchFamily="34" charset="0"/>
                  </a:rPr>
                  <a:t>tomography </a:t>
                </a:r>
                <a:r>
                  <a:rPr lang="ja-JP" altLang="en-US" sz="2000" dirty="0">
                    <a:latin typeface="Calibri" panose="020F0502020204030204" pitchFamily="34" charset="0"/>
                    <a:ea typeface="Calibri" panose="020F0502020204030204" pitchFamily="34" charset="0"/>
                    <a:cs typeface="Calibri" panose="020F0502020204030204" pitchFamily="34" charset="0"/>
                  </a:rPr>
                  <a:t>の</a:t>
                </a:r>
                <a:r>
                  <a:rPr lang="en-US" altLang="ja-JP" sz="2000" dirty="0">
                    <a:latin typeface="Calibri" panose="020F0502020204030204" pitchFamily="34" charset="0"/>
                    <a:ea typeface="Calibri" panose="020F0502020204030204" pitchFamily="34" charset="0"/>
                    <a:cs typeface="Calibri" panose="020F0502020204030204" pitchFamily="34" charset="0"/>
                  </a:rPr>
                  <a:t>2</a:t>
                </a:r>
                <a:r>
                  <a:rPr lang="ja-JP" altLang="en-US" sz="2000" dirty="0">
                    <a:latin typeface="Calibri" panose="020F0502020204030204" pitchFamily="34" charset="0"/>
                    <a:ea typeface="Calibri" panose="020F0502020204030204" pitchFamily="34" charset="0"/>
                    <a:cs typeface="Calibri" panose="020F0502020204030204" pitchFamily="34" charset="0"/>
                  </a:rPr>
                  <a:t>つで行い結果を比較する</a:t>
                </a:r>
                <a:endParaRPr kumimoji="1" lang="ja-JP" altLang="en-US" sz="20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1" name="テキスト ボックス 10">
                <a:extLst>
                  <a:ext uri="{FF2B5EF4-FFF2-40B4-BE49-F238E27FC236}">
                    <a16:creationId xmlns:a16="http://schemas.microsoft.com/office/drawing/2014/main" id="{CD0449D1-03CE-CFD7-981E-6FBCE9B31DCB}"/>
                  </a:ext>
                </a:extLst>
              </p:cNvPr>
              <p:cNvSpPr txBox="1">
                <a:spLocks noRot="1" noChangeAspect="1" noMove="1" noResize="1" noEditPoints="1" noAdjustHandles="1" noChangeArrowheads="1" noChangeShapeType="1" noTextEdit="1"/>
              </p:cNvSpPr>
              <p:nvPr/>
            </p:nvSpPr>
            <p:spPr>
              <a:xfrm>
                <a:off x="557115" y="4007177"/>
                <a:ext cx="10724521" cy="1015663"/>
              </a:xfrm>
              <a:prstGeom prst="rect">
                <a:avLst/>
              </a:prstGeom>
              <a:blipFill>
                <a:blip r:embed="rId7"/>
                <a:stretch>
                  <a:fillRect l="-568" t="-4790" b="-10180"/>
                </a:stretch>
              </a:blipFill>
            </p:spPr>
            <p:txBody>
              <a:bodyPr/>
              <a:lstStyle/>
              <a:p>
                <a:r>
                  <a:rPr lang="ja-JP" altLang="en-US">
                    <a:noFill/>
                  </a:rPr>
                  <a:t> </a:t>
                </a:r>
              </a:p>
            </p:txBody>
          </p:sp>
        </mc:Fallback>
      </mc:AlternateContent>
      <p:sp>
        <p:nvSpPr>
          <p:cNvPr id="13" name="テキスト ボックス 12">
            <a:extLst>
              <a:ext uri="{FF2B5EF4-FFF2-40B4-BE49-F238E27FC236}">
                <a16:creationId xmlns:a16="http://schemas.microsoft.com/office/drawing/2014/main" id="{62DC6F5A-E4D5-50EA-6B21-5CFA624A8CC9}"/>
              </a:ext>
            </a:extLst>
          </p:cNvPr>
          <p:cNvSpPr txBox="1"/>
          <p:nvPr/>
        </p:nvSpPr>
        <p:spPr>
          <a:xfrm>
            <a:off x="557115" y="5361533"/>
            <a:ext cx="968902" cy="461665"/>
          </a:xfrm>
          <a:prstGeom prst="rect">
            <a:avLst/>
          </a:prstGeom>
          <a:noFill/>
        </p:spPr>
        <p:txBody>
          <a:bodyPr wrap="square" rtlCol="0">
            <a:spAutoFit/>
          </a:bodyPr>
          <a:lstStyle/>
          <a:p>
            <a:pPr algn="l"/>
            <a:r>
              <a:rPr kumimoji="1" lang="ja-JP" altLang="en-US" sz="2400" dirty="0">
                <a:latin typeface="Calibri" panose="020F0502020204030204" pitchFamily="34" charset="0"/>
                <a:ea typeface="Calibri" panose="020F0502020204030204" pitchFamily="34" charset="0"/>
                <a:cs typeface="Calibri" panose="020F0502020204030204" pitchFamily="34" charset="0"/>
              </a:rPr>
              <a:t>手法</a:t>
            </a:r>
            <a:r>
              <a:rPr kumimoji="1" lang="en-US" altLang="ja-JP" sz="2400" dirty="0">
                <a:latin typeface="Calibri" panose="020F0502020204030204" pitchFamily="34" charset="0"/>
                <a:ea typeface="Calibri" panose="020F0502020204030204" pitchFamily="34" charset="0"/>
                <a:cs typeface="Calibri" panose="020F0502020204030204" pitchFamily="34" charset="0"/>
              </a:rPr>
              <a:t>:</a:t>
            </a:r>
            <a:endParaRPr kumimoji="1" lang="ja-JP" altLang="en-US" sz="2400" dirty="0">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A0AC19CA-1D05-9053-6A26-E271B49C3227}"/>
                  </a:ext>
                </a:extLst>
              </p:cNvPr>
              <p:cNvSpPr txBox="1"/>
              <p:nvPr/>
            </p:nvSpPr>
            <p:spPr>
              <a:xfrm>
                <a:off x="1374626" y="5434914"/>
                <a:ext cx="9949400" cy="400110"/>
              </a:xfrm>
              <a:prstGeom prst="rect">
                <a:avLst/>
              </a:prstGeom>
              <a:noFill/>
            </p:spPr>
            <p:txBody>
              <a:bodyPr wrap="square" rtlCol="0">
                <a:spAutoFit/>
              </a:bodyPr>
              <a:lstStyle/>
              <a:p>
                <a:pPr algn="l"/>
                <a:r>
                  <a:rPr lang="ja-JP" altLang="en-US" sz="2000" dirty="0">
                    <a:latin typeface="Calibri" panose="020F0502020204030204" pitchFamily="34" charset="0"/>
                    <a:ea typeface="Calibri" panose="020F0502020204030204" pitchFamily="34" charset="0"/>
                    <a:cs typeface="Calibri" panose="020F0502020204030204" pitchFamily="34" charset="0"/>
                  </a:rPr>
                  <a:t>・通常の</a:t>
                </a:r>
                <a:r>
                  <a:rPr lang="en-US" altLang="ja-JP" sz="2000" dirty="0">
                    <a:latin typeface="Calibri" panose="020F0502020204030204" pitchFamily="34" charset="0"/>
                    <a:ea typeface="Calibri" panose="020F0502020204030204" pitchFamily="34" charset="0"/>
                    <a:cs typeface="Calibri" panose="020F0502020204030204" pitchFamily="34" charset="0"/>
                  </a:rPr>
                  <a:t>tomography: </a:t>
                </a:r>
                <a:r>
                  <a:rPr lang="ja-JP" altLang="en-US" sz="2000" dirty="0">
                    <a:latin typeface="Calibri" panose="020F0502020204030204" pitchFamily="34" charset="0"/>
                    <a:ea typeface="Calibri" panose="020F0502020204030204" pitchFamily="34" charset="0"/>
                    <a:cs typeface="Calibri" panose="020F0502020204030204" pitchFamily="34" charset="0"/>
                  </a:rPr>
                  <a:t>状態のコピーを</a:t>
                </a:r>
                <a14:m>
                  <m:oMath xmlns:m="http://schemas.openxmlformats.org/officeDocument/2006/math">
                    <m:sSup>
                      <m:sSupPr>
                        <m:ctrlPr>
                          <a:rPr lang="en-US" altLang="ja-JP" sz="2000" b="0" i="1" smtClean="0">
                            <a:latin typeface="Cambria Math" panose="02040503050406030204" pitchFamily="18" charset="0"/>
                            <a:ea typeface="Calibri" panose="020F0502020204030204" pitchFamily="34" charset="0"/>
                            <a:cs typeface="Calibri" panose="020F0502020204030204" pitchFamily="34" charset="0"/>
                          </a:rPr>
                        </m:ctrlPr>
                      </m:sSupPr>
                      <m:e>
                        <m:r>
                          <a:rPr lang="en-US" altLang="ja-JP" sz="2000" b="0" i="1" smtClean="0">
                            <a:latin typeface="Cambria Math" panose="02040503050406030204" pitchFamily="18" charset="0"/>
                            <a:ea typeface="Calibri" panose="020F0502020204030204" pitchFamily="34" charset="0"/>
                            <a:cs typeface="Calibri" panose="020F0502020204030204" pitchFamily="34" charset="0"/>
                          </a:rPr>
                          <m:t>4</m:t>
                        </m:r>
                      </m:e>
                      <m:sup>
                        <m:r>
                          <a:rPr lang="en-US" altLang="ja-JP" sz="2000" b="0" i="1" smtClean="0">
                            <a:latin typeface="Cambria Math" panose="02040503050406030204" pitchFamily="18" charset="0"/>
                            <a:ea typeface="Calibri" panose="020F0502020204030204" pitchFamily="34" charset="0"/>
                            <a:cs typeface="Calibri" panose="020F0502020204030204" pitchFamily="34" charset="0"/>
                          </a:rPr>
                          <m:t>𝑛</m:t>
                        </m:r>
                      </m:sup>
                    </m:sSup>
                    <m:r>
                      <a:rPr lang="ja-JP" altLang="en-US" sz="2000" i="1">
                        <a:latin typeface="Cambria Math" panose="02040503050406030204" pitchFamily="18" charset="0"/>
                        <a:ea typeface="Calibri" panose="020F0502020204030204" pitchFamily="34" charset="0"/>
                        <a:cs typeface="Calibri" panose="020F0502020204030204" pitchFamily="34" charset="0"/>
                      </a:rPr>
                      <m:t>個</m:t>
                    </m:r>
                  </m:oMath>
                </a14:m>
                <a:r>
                  <a:rPr kumimoji="1" lang="ja-JP" altLang="en-US" sz="2000" dirty="0">
                    <a:latin typeface="Calibri" panose="020F0502020204030204" pitchFamily="34" charset="0"/>
                    <a:ea typeface="Calibri" panose="020F0502020204030204" pitchFamily="34" charset="0"/>
                    <a:cs typeface="Calibri" panose="020F0502020204030204" pitchFamily="34" charset="0"/>
                  </a:rPr>
                  <a:t>の</a:t>
                </a:r>
                <a:r>
                  <a:rPr lang="en-US" altLang="ja-JP" sz="2000" dirty="0">
                    <a:latin typeface="Calibri" panose="020F0502020204030204" pitchFamily="34" charset="0"/>
                    <a:ea typeface="Calibri" panose="020F0502020204030204" pitchFamily="34" charset="0"/>
                    <a:cs typeface="Calibri" panose="020F0502020204030204" pitchFamily="34" charset="0"/>
                  </a:rPr>
                  <a:t>Pauli</a:t>
                </a:r>
                <a:r>
                  <a:rPr lang="ja-JP" altLang="en-US" sz="2000" dirty="0">
                    <a:latin typeface="Calibri" panose="020F0502020204030204" pitchFamily="34" charset="0"/>
                    <a:ea typeface="Calibri" panose="020F0502020204030204" pitchFamily="34" charset="0"/>
                    <a:cs typeface="Calibri" panose="020F0502020204030204" pitchFamily="34" charset="0"/>
                  </a:rPr>
                  <a:t>基底に等分に割り当て</a:t>
                </a:r>
                <a14:m>
                  <m:oMath xmlns:m="http://schemas.openxmlformats.org/officeDocument/2006/math">
                    <m:sSub>
                      <m:sSubPr>
                        <m:ctrlPr>
                          <a:rPr lang="en-US" altLang="ja-JP" sz="2000" b="0" i="1" smtClean="0">
                            <a:latin typeface="Cambria Math" panose="02040503050406030204" pitchFamily="18" charset="0"/>
                            <a:ea typeface="Calibri" panose="020F0502020204030204" pitchFamily="34" charset="0"/>
                            <a:cs typeface="Calibri" panose="020F0502020204030204" pitchFamily="34" charset="0"/>
                          </a:rPr>
                        </m:ctrlPr>
                      </m:sSubPr>
                      <m:e>
                        <m:r>
                          <a:rPr lang="en-US" altLang="ja-JP" sz="2000" b="0" i="1" smtClean="0">
                            <a:latin typeface="Cambria Math" panose="02040503050406030204" pitchFamily="18" charset="0"/>
                            <a:ea typeface="Calibri" panose="020F0502020204030204" pitchFamily="34" charset="0"/>
                            <a:cs typeface="Calibri" panose="020F0502020204030204" pitchFamily="34" charset="0"/>
                          </a:rPr>
                          <m:t>𝑐</m:t>
                        </m:r>
                      </m:e>
                      <m:sub>
                        <m:r>
                          <a:rPr lang="en-US" altLang="ja-JP" sz="2000" b="0" i="1" smtClean="0">
                            <a:latin typeface="Cambria Math" panose="02040503050406030204" pitchFamily="18" charset="0"/>
                            <a:ea typeface="Calibri" panose="020F0502020204030204" pitchFamily="34" charset="0"/>
                            <a:cs typeface="Calibri" panose="020F0502020204030204" pitchFamily="34" charset="0"/>
                          </a:rPr>
                          <m:t>𝑖</m:t>
                        </m:r>
                      </m:sub>
                    </m:sSub>
                  </m:oMath>
                </a14:m>
                <a:r>
                  <a:rPr kumimoji="1" lang="ja-JP" altLang="en-US" sz="2000" dirty="0">
                    <a:latin typeface="Calibri" panose="020F0502020204030204" pitchFamily="34" charset="0"/>
                    <a:ea typeface="Calibri" panose="020F0502020204030204" pitchFamily="34" charset="0"/>
                    <a:cs typeface="Calibri" panose="020F0502020204030204" pitchFamily="34" charset="0"/>
                  </a:rPr>
                  <a:t>を推定する。</a:t>
                </a:r>
              </a:p>
            </p:txBody>
          </p:sp>
        </mc:Choice>
        <mc:Fallback xmlns="">
          <p:sp>
            <p:nvSpPr>
              <p:cNvPr id="14" name="テキスト ボックス 13">
                <a:extLst>
                  <a:ext uri="{FF2B5EF4-FFF2-40B4-BE49-F238E27FC236}">
                    <a16:creationId xmlns:a16="http://schemas.microsoft.com/office/drawing/2014/main" id="{A0AC19CA-1D05-9053-6A26-E271B49C3227}"/>
                  </a:ext>
                </a:extLst>
              </p:cNvPr>
              <p:cNvSpPr txBox="1">
                <a:spLocks noRot="1" noChangeAspect="1" noMove="1" noResize="1" noEditPoints="1" noAdjustHandles="1" noChangeArrowheads="1" noChangeShapeType="1" noTextEdit="1"/>
              </p:cNvSpPr>
              <p:nvPr/>
            </p:nvSpPr>
            <p:spPr>
              <a:xfrm>
                <a:off x="1374626" y="5434914"/>
                <a:ext cx="9949400" cy="400110"/>
              </a:xfrm>
              <a:prstGeom prst="rect">
                <a:avLst/>
              </a:prstGeom>
              <a:blipFill>
                <a:blip r:embed="rId8"/>
                <a:stretch>
                  <a:fillRect l="-612" t="-13846" r="-306" b="-2923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FE776CE8-2C6C-38BF-3E68-75D32F6779F3}"/>
                  </a:ext>
                </a:extLst>
              </p:cNvPr>
              <p:cNvSpPr txBox="1"/>
              <p:nvPr/>
            </p:nvSpPr>
            <p:spPr>
              <a:xfrm>
                <a:off x="1374626" y="5896579"/>
                <a:ext cx="8913890" cy="412934"/>
              </a:xfrm>
              <a:prstGeom prst="rect">
                <a:avLst/>
              </a:prstGeom>
              <a:noFill/>
            </p:spPr>
            <p:txBody>
              <a:bodyPr wrap="square" rtlCol="0">
                <a:spAutoFit/>
              </a:bodyPr>
              <a:lstStyle/>
              <a:p>
                <a:pPr algn="l"/>
                <a:r>
                  <a:rPr lang="ja-JP" altLang="en-US" sz="2000" dirty="0">
                    <a:latin typeface="Calibri" panose="020F0502020204030204" pitchFamily="34" charset="0"/>
                    <a:ea typeface="Calibri" panose="020F0502020204030204" pitchFamily="34" charset="0"/>
                    <a:cs typeface="Calibri" panose="020F0502020204030204" pitchFamily="34" charset="0"/>
                  </a:rPr>
                  <a:t>・</a:t>
                </a:r>
                <a:r>
                  <a:rPr kumimoji="1" lang="en-US" altLang="ja-JP" sz="2000" dirty="0">
                    <a:latin typeface="Calibri" panose="020F0502020204030204" pitchFamily="34" charset="0"/>
                    <a:ea typeface="Calibri" panose="020F0502020204030204" pitchFamily="34" charset="0"/>
                    <a:cs typeface="Calibri" panose="020F0502020204030204" pitchFamily="34" charset="0"/>
                  </a:rPr>
                  <a:t>Classical shadow tomography: </a:t>
                </a:r>
                <a:r>
                  <a:rPr kumimoji="1" lang="ja-JP" altLang="en-US" sz="2000" dirty="0">
                    <a:latin typeface="Calibri" panose="020F0502020204030204" pitchFamily="34" charset="0"/>
                    <a:ea typeface="Calibri" panose="020F0502020204030204" pitchFamily="34" charset="0"/>
                    <a:cs typeface="Calibri" panose="020F0502020204030204" pitchFamily="34" charset="0"/>
                  </a:rPr>
                  <a:t>ランダム</a:t>
                </a:r>
                <a:r>
                  <a:rPr kumimoji="1" lang="en-US" altLang="ja-JP" sz="2000" dirty="0">
                    <a:latin typeface="Calibri" panose="020F0502020204030204" pitchFamily="34" charset="0"/>
                    <a:ea typeface="Calibri" panose="020F0502020204030204" pitchFamily="34" charset="0"/>
                    <a:cs typeface="Calibri" panose="020F0502020204030204" pitchFamily="34" charset="0"/>
                  </a:rPr>
                  <a:t>Pauli</a:t>
                </a:r>
                <a:r>
                  <a:rPr lang="ja-JP" altLang="en-US" sz="2000" dirty="0">
                    <a:latin typeface="Calibri" panose="020F0502020204030204" pitchFamily="34" charset="0"/>
                    <a:ea typeface="Calibri" panose="020F0502020204030204" pitchFamily="34" charset="0"/>
                    <a:cs typeface="Calibri" panose="020F0502020204030204" pitchFamily="34" charset="0"/>
                  </a:rPr>
                  <a:t>を用いる </a:t>
                </a:r>
                <a:r>
                  <a:rPr lang="en-US" altLang="ja-JP" sz="2000" dirty="0">
                    <a:latin typeface="Calibri" panose="020F0502020204030204" pitchFamily="34" charset="0"/>
                    <a:ea typeface="Calibri" panose="020F0502020204030204" pitchFamily="34" charset="0"/>
                    <a:cs typeface="Calibri" panose="020F0502020204030204" pitchFamily="34" charset="0"/>
                  </a:rPr>
                  <a:t>(</a:t>
                </a:r>
                <a14:m>
                  <m:oMath xmlns:m="http://schemas.openxmlformats.org/officeDocument/2006/math">
                    <m:r>
                      <a:rPr lang="en-US" altLang="ja-JP" sz="2000" b="0" i="0" smtClean="0">
                        <a:latin typeface="Cambria Math" panose="02040503050406030204" pitchFamily="18" charset="0"/>
                        <a:ea typeface="Calibri" panose="020F0502020204030204" pitchFamily="34" charset="0"/>
                        <a:cs typeface="Calibri" panose="020F0502020204030204" pitchFamily="34" charset="0"/>
                      </a:rPr>
                      <m:t>𝑈</m:t>
                    </m:r>
                    <m:r>
                      <a:rPr lang="en-US" altLang="ja-JP" sz="2000" b="0" i="1" smtClean="0">
                        <a:latin typeface="Cambria Math" panose="02040503050406030204" pitchFamily="18" charset="0"/>
                        <a:ea typeface="Calibri" panose="020F0502020204030204" pitchFamily="34" charset="0"/>
                        <a:cs typeface="Calibri" panose="020F0502020204030204" pitchFamily="34" charset="0"/>
                      </a:rPr>
                      <m:t>∈</m:t>
                    </m:r>
                    <m:r>
                      <m:rPr>
                        <m:sty m:val="p"/>
                      </m:rPr>
                      <a:rPr lang="en-US" altLang="ja-JP" sz="2000" b="0" i="1" smtClean="0">
                        <a:latin typeface="Cambria Math" panose="02040503050406030204" pitchFamily="18" charset="0"/>
                        <a:ea typeface="Calibri" panose="020F0502020204030204" pitchFamily="34" charset="0"/>
                        <a:cs typeface="Calibri" panose="020F0502020204030204" pitchFamily="34" charset="0"/>
                      </a:rPr>
                      <m:t>Cl</m:t>
                    </m:r>
                    <m:sSup>
                      <m:sSupPr>
                        <m:ctrlPr>
                          <a:rPr lang="en-US" altLang="ja-JP" sz="2000" b="0" i="1" smtClean="0">
                            <a:latin typeface="Cambria Math" panose="02040503050406030204" pitchFamily="18" charset="0"/>
                            <a:ea typeface="Calibri" panose="020F0502020204030204" pitchFamily="34" charset="0"/>
                            <a:cs typeface="Calibri" panose="020F0502020204030204" pitchFamily="34" charset="0"/>
                          </a:rPr>
                        </m:ctrlPr>
                      </m:sSupPr>
                      <m:e>
                        <m:d>
                          <m:dPr>
                            <m:ctrlPr>
                              <a:rPr lang="en-US" altLang="ja-JP" sz="2000" b="0" i="1" smtClean="0">
                                <a:latin typeface="Cambria Math" panose="02040503050406030204" pitchFamily="18" charset="0"/>
                                <a:ea typeface="Calibri" panose="020F0502020204030204" pitchFamily="34" charset="0"/>
                                <a:cs typeface="Calibri" panose="020F0502020204030204" pitchFamily="34" charset="0"/>
                              </a:rPr>
                            </m:ctrlPr>
                          </m:dPr>
                          <m:e>
                            <m:r>
                              <a:rPr lang="en-US" altLang="ja-JP" sz="2000" b="0" i="1" smtClean="0">
                                <a:latin typeface="Cambria Math" panose="02040503050406030204" pitchFamily="18" charset="0"/>
                                <a:ea typeface="Calibri" panose="020F0502020204030204" pitchFamily="34" charset="0"/>
                                <a:cs typeface="Calibri" panose="020F0502020204030204" pitchFamily="34" charset="0"/>
                              </a:rPr>
                              <m:t>2</m:t>
                            </m:r>
                          </m:e>
                        </m:d>
                      </m:e>
                      <m:sup>
                        <m:r>
                          <a:rPr lang="en-US" altLang="ja-JP" sz="2000" b="0" i="1" smtClean="0">
                            <a:latin typeface="Cambria Math" panose="02040503050406030204" pitchFamily="18" charset="0"/>
                            <a:ea typeface="Calibri" panose="020F0502020204030204" pitchFamily="34" charset="0"/>
                            <a:cs typeface="Calibri" panose="020F0502020204030204" pitchFamily="34" charset="0"/>
                          </a:rPr>
                          <m:t>⊗</m:t>
                        </m:r>
                        <m:r>
                          <a:rPr lang="en-US" altLang="ja-JP" sz="2000" b="0" i="1" smtClean="0">
                            <a:latin typeface="Cambria Math" panose="02040503050406030204" pitchFamily="18" charset="0"/>
                            <a:ea typeface="Calibri" panose="020F0502020204030204" pitchFamily="34" charset="0"/>
                            <a:cs typeface="Calibri" panose="020F0502020204030204" pitchFamily="34" charset="0"/>
                          </a:rPr>
                          <m:t>𝑛</m:t>
                        </m:r>
                      </m:sup>
                    </m:sSup>
                  </m:oMath>
                </a14:m>
                <a:r>
                  <a:rPr lang="en-US" altLang="ja-JP" sz="2000" dirty="0">
                    <a:latin typeface="Calibri" panose="020F0502020204030204" pitchFamily="34" charset="0"/>
                    <a:ea typeface="Calibri" panose="020F0502020204030204" pitchFamily="34" charset="0"/>
                    <a:cs typeface="Calibri" panose="020F0502020204030204" pitchFamily="34" charset="0"/>
                  </a:rPr>
                  <a:t>) </a:t>
                </a:r>
                <a:r>
                  <a:rPr lang="ja-JP" altLang="en-US" sz="2000" dirty="0">
                    <a:latin typeface="Calibri" panose="020F0502020204030204" pitchFamily="34" charset="0"/>
                    <a:ea typeface="Calibri" panose="020F0502020204030204" pitchFamily="34" charset="0"/>
                    <a:cs typeface="Calibri" panose="020F0502020204030204" pitchFamily="34" charset="0"/>
                  </a:rPr>
                  <a:t>方針。</a:t>
                </a:r>
                <a:endParaRPr kumimoji="1" lang="ja-JP" altLang="en-US" sz="20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5" name="テキスト ボックス 14">
                <a:extLst>
                  <a:ext uri="{FF2B5EF4-FFF2-40B4-BE49-F238E27FC236}">
                    <a16:creationId xmlns:a16="http://schemas.microsoft.com/office/drawing/2014/main" id="{FE776CE8-2C6C-38BF-3E68-75D32F6779F3}"/>
                  </a:ext>
                </a:extLst>
              </p:cNvPr>
              <p:cNvSpPr txBox="1">
                <a:spLocks noRot="1" noChangeAspect="1" noMove="1" noResize="1" noEditPoints="1" noAdjustHandles="1" noChangeArrowheads="1" noChangeShapeType="1" noTextEdit="1"/>
              </p:cNvSpPr>
              <p:nvPr/>
            </p:nvSpPr>
            <p:spPr>
              <a:xfrm>
                <a:off x="1374626" y="5896579"/>
                <a:ext cx="8913890" cy="412934"/>
              </a:xfrm>
              <a:prstGeom prst="rect">
                <a:avLst/>
              </a:prstGeom>
              <a:blipFill>
                <a:blip r:embed="rId9"/>
                <a:stretch>
                  <a:fillRect l="-684" t="-10294" b="-25000"/>
                </a:stretch>
              </a:blipFill>
            </p:spPr>
            <p:txBody>
              <a:bodyPr/>
              <a:lstStyle/>
              <a:p>
                <a:r>
                  <a:rPr lang="ja-JP" altLang="en-US">
                    <a:noFill/>
                  </a:rPr>
                  <a:t> </a:t>
                </a:r>
              </a:p>
            </p:txBody>
          </p:sp>
        </mc:Fallback>
      </mc:AlternateContent>
      <p:sp>
        <p:nvSpPr>
          <p:cNvPr id="2" name="正方形/長方形 1">
            <a:extLst>
              <a:ext uri="{FF2B5EF4-FFF2-40B4-BE49-F238E27FC236}">
                <a16:creationId xmlns:a16="http://schemas.microsoft.com/office/drawing/2014/main" id="{A2072866-FCDB-4DE1-A2DA-4C127384154C}"/>
              </a:ext>
            </a:extLst>
          </p:cNvPr>
          <p:cNvSpPr/>
          <p:nvPr/>
        </p:nvSpPr>
        <p:spPr>
          <a:xfrm>
            <a:off x="10236821" y="0"/>
            <a:ext cx="1955179" cy="433137"/>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ja-JP" dirty="0"/>
              <a:t>Appendix</a:t>
            </a:r>
            <a:endParaRPr kumimoji="1" lang="ja-JP" altLang="en-US"/>
          </a:p>
        </p:txBody>
      </p:sp>
    </p:spTree>
    <p:extLst>
      <p:ext uri="{BB962C8B-B14F-4D97-AF65-F5344CB8AC3E}">
        <p14:creationId xmlns:p14="http://schemas.microsoft.com/office/powerpoint/2010/main" val="8597418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23D5E381-DBC8-38A9-0816-C33AC00A48C8}"/>
              </a:ext>
            </a:extLst>
          </p:cNvPr>
          <p:cNvPicPr>
            <a:picLocks noChangeAspect="1"/>
          </p:cNvPicPr>
          <p:nvPr/>
        </p:nvPicPr>
        <p:blipFill>
          <a:blip r:embed="rId2"/>
          <a:stretch>
            <a:fillRect/>
          </a:stretch>
        </p:blipFill>
        <p:spPr>
          <a:xfrm>
            <a:off x="133225" y="1052100"/>
            <a:ext cx="6902350" cy="5154920"/>
          </a:xfrm>
          <a:prstGeom prst="rect">
            <a:avLst/>
          </a:prstGeom>
        </p:spPr>
      </p:pic>
      <p:sp>
        <p:nvSpPr>
          <p:cNvPr id="6" name="テキスト ボックス 5">
            <a:extLst>
              <a:ext uri="{FF2B5EF4-FFF2-40B4-BE49-F238E27FC236}">
                <a16:creationId xmlns:a16="http://schemas.microsoft.com/office/drawing/2014/main" id="{A6C613A5-1F77-4864-A64D-D88B50BB6559}"/>
              </a:ext>
            </a:extLst>
          </p:cNvPr>
          <p:cNvSpPr txBox="1"/>
          <p:nvPr/>
        </p:nvSpPr>
        <p:spPr>
          <a:xfrm>
            <a:off x="5341206" y="133223"/>
            <a:ext cx="1097993" cy="584775"/>
          </a:xfrm>
          <a:prstGeom prst="rect">
            <a:avLst/>
          </a:prstGeom>
          <a:noFill/>
        </p:spPr>
        <p:txBody>
          <a:bodyPr wrap="square" rtlCol="0">
            <a:spAutoFit/>
          </a:bodyPr>
          <a:lstStyle/>
          <a:p>
            <a:pPr algn="l"/>
            <a:r>
              <a:rPr kumimoji="1" lang="ja-JP" altLang="en-US" sz="3200" dirty="0">
                <a:latin typeface="Calibri" panose="020F0502020204030204" pitchFamily="34" charset="0"/>
                <a:ea typeface="Calibri" panose="020F0502020204030204" pitchFamily="34" charset="0"/>
                <a:cs typeface="Calibri" panose="020F0502020204030204" pitchFamily="34" charset="0"/>
              </a:rPr>
              <a:t>結果</a:t>
            </a:r>
          </a:p>
        </p:txBody>
      </p:sp>
      <p:sp>
        <p:nvSpPr>
          <p:cNvPr id="7" name="テキスト ボックス 6">
            <a:extLst>
              <a:ext uri="{FF2B5EF4-FFF2-40B4-BE49-F238E27FC236}">
                <a16:creationId xmlns:a16="http://schemas.microsoft.com/office/drawing/2014/main" id="{36FCA7C5-B1D8-7102-C005-F8F18446FBB0}"/>
              </a:ext>
            </a:extLst>
          </p:cNvPr>
          <p:cNvSpPr txBox="1"/>
          <p:nvPr/>
        </p:nvSpPr>
        <p:spPr>
          <a:xfrm>
            <a:off x="7321254" y="717998"/>
            <a:ext cx="4402443" cy="923330"/>
          </a:xfrm>
          <a:prstGeom prst="rect">
            <a:avLst/>
          </a:prstGeom>
          <a:noFill/>
        </p:spPr>
        <p:txBody>
          <a:bodyPr wrap="square" rtlCol="0">
            <a:spAutoFit/>
          </a:bodyPr>
          <a:lstStyle/>
          <a:p>
            <a:pPr algn="l"/>
            <a:r>
              <a:rPr kumimoji="1" lang="ja-JP" altLang="en-US" dirty="0">
                <a:latin typeface="Calibri" panose="020F0502020204030204" pitchFamily="34" charset="0"/>
                <a:ea typeface="Calibri" panose="020F0502020204030204" pitchFamily="34" charset="0"/>
                <a:cs typeface="Calibri" panose="020F0502020204030204" pitchFamily="34" charset="0"/>
              </a:rPr>
              <a:t>横軸</a:t>
            </a:r>
            <a:r>
              <a:rPr kumimoji="1" lang="en-US" altLang="ja-JP" dirty="0">
                <a:latin typeface="Calibri" panose="020F0502020204030204" pitchFamily="34" charset="0"/>
                <a:ea typeface="Calibri" panose="020F0502020204030204" pitchFamily="34" charset="0"/>
                <a:cs typeface="Calibri" panose="020F0502020204030204" pitchFamily="34" charset="0"/>
              </a:rPr>
              <a:t>:</a:t>
            </a:r>
            <a:r>
              <a:rPr kumimoji="1" lang="ja-JP" altLang="en-US" dirty="0">
                <a:latin typeface="Calibri" panose="020F0502020204030204" pitchFamily="34" charset="0"/>
                <a:ea typeface="Calibri" panose="020F0502020204030204" pitchFamily="34" charset="0"/>
                <a:cs typeface="Calibri" panose="020F0502020204030204" pitchFamily="34" charset="0"/>
              </a:rPr>
              <a:t>　コピー数</a:t>
            </a:r>
            <a:endParaRPr kumimoji="1" lang="en-US" altLang="ja-JP" dirty="0">
              <a:latin typeface="Calibri" panose="020F0502020204030204" pitchFamily="34" charset="0"/>
              <a:ea typeface="Calibri" panose="020F0502020204030204" pitchFamily="34" charset="0"/>
              <a:cs typeface="Calibri" panose="020F0502020204030204" pitchFamily="34" charset="0"/>
            </a:endParaRPr>
          </a:p>
          <a:p>
            <a:r>
              <a:rPr lang="ja-JP" altLang="en-US" dirty="0">
                <a:latin typeface="Calibri" panose="020F0502020204030204" pitchFamily="34" charset="0"/>
                <a:ea typeface="Calibri" panose="020F0502020204030204" pitchFamily="34" charset="0"/>
                <a:cs typeface="Calibri" panose="020F0502020204030204" pitchFamily="34" charset="0"/>
              </a:rPr>
              <a:t>縦軸</a:t>
            </a:r>
            <a:r>
              <a:rPr lang="en-US" altLang="ja-JP" dirty="0">
                <a:latin typeface="Calibri" panose="020F0502020204030204" pitchFamily="34" charset="0"/>
                <a:ea typeface="Calibri" panose="020F0502020204030204" pitchFamily="34" charset="0"/>
                <a:cs typeface="Calibri" panose="020F0502020204030204" pitchFamily="34" charset="0"/>
              </a:rPr>
              <a:t>:</a:t>
            </a:r>
            <a:r>
              <a:rPr lang="ja-JP" altLang="en-US" dirty="0">
                <a:latin typeface="Calibri" panose="020F0502020204030204" pitchFamily="34" charset="0"/>
                <a:ea typeface="Calibri" panose="020F0502020204030204" pitchFamily="34" charset="0"/>
                <a:cs typeface="Calibri" panose="020F0502020204030204" pitchFamily="34" charset="0"/>
              </a:rPr>
              <a:t>　再構成 </a:t>
            </a:r>
            <a:r>
              <a:rPr lang="en-US" altLang="ja-JP" dirty="0">
                <a:latin typeface="Calibri" panose="020F0502020204030204" pitchFamily="34" charset="0"/>
                <a:ea typeface="Calibri" panose="020F0502020204030204" pitchFamily="34" charset="0"/>
                <a:cs typeface="Calibri" panose="020F0502020204030204" pitchFamily="34" charset="0"/>
              </a:rPr>
              <a:t>(</a:t>
            </a:r>
            <a:r>
              <a:rPr lang="ja-JP" altLang="en-US" dirty="0">
                <a:latin typeface="Calibri" panose="020F0502020204030204" pitchFamily="34" charset="0"/>
                <a:ea typeface="Calibri" panose="020F0502020204030204" pitchFamily="34" charset="0"/>
                <a:cs typeface="Calibri" panose="020F0502020204030204" pitchFamily="34" charset="0"/>
              </a:rPr>
              <a:t>推定</a:t>
            </a:r>
            <a:r>
              <a:rPr lang="en-US" altLang="ja-JP" dirty="0">
                <a:latin typeface="Calibri" panose="020F0502020204030204" pitchFamily="34" charset="0"/>
                <a:ea typeface="Calibri" panose="020F0502020204030204" pitchFamily="34" charset="0"/>
                <a:cs typeface="Calibri" panose="020F0502020204030204" pitchFamily="34" charset="0"/>
              </a:rPr>
              <a:t>)</a:t>
            </a:r>
            <a:r>
              <a:rPr lang="ja-JP" altLang="en-US" dirty="0">
                <a:latin typeface="Calibri" panose="020F0502020204030204" pitchFamily="34" charset="0"/>
                <a:ea typeface="Calibri" panose="020F0502020204030204" pitchFamily="34" charset="0"/>
                <a:cs typeface="Calibri" panose="020F0502020204030204" pitchFamily="34" charset="0"/>
              </a:rPr>
              <a:t>された状態のエラー</a:t>
            </a:r>
            <a:endParaRPr lang="en-US" altLang="ja-JP" dirty="0">
              <a:latin typeface="Calibri" panose="020F0502020204030204" pitchFamily="34" charset="0"/>
              <a:ea typeface="Calibri" panose="020F0502020204030204" pitchFamily="34" charset="0"/>
              <a:cs typeface="Calibri" panose="020F0502020204030204" pitchFamily="34" charset="0"/>
            </a:endParaRPr>
          </a:p>
          <a:p>
            <a:r>
              <a:rPr lang="en-US" altLang="ja-JP" dirty="0">
                <a:latin typeface="Calibri" panose="020F0502020204030204" pitchFamily="34" charset="0"/>
                <a:ea typeface="Calibri" panose="020F0502020204030204" pitchFamily="34" charset="0"/>
                <a:cs typeface="Calibri" panose="020F0502020204030204" pitchFamily="34" charset="0"/>
              </a:rPr>
              <a:t>	</a:t>
            </a:r>
            <a:r>
              <a:rPr lang="ja-JP" altLang="en-US" dirty="0">
                <a:latin typeface="Calibri" panose="020F0502020204030204" pitchFamily="34" charset="0"/>
                <a:ea typeface="Calibri" panose="020F0502020204030204" pitchFamily="34" charset="0"/>
                <a:cs typeface="Calibri" panose="020F0502020204030204" pitchFamily="34" charset="0"/>
              </a:rPr>
              <a:t>真の状態との</a:t>
            </a:r>
            <a:r>
              <a:rPr lang="en-US" altLang="ja-JP" dirty="0">
                <a:latin typeface="Calibri" panose="020F0502020204030204" pitchFamily="34" charset="0"/>
                <a:ea typeface="Calibri" panose="020F0502020204030204" pitchFamily="34" charset="0"/>
                <a:cs typeface="Calibri" panose="020F0502020204030204" pitchFamily="34" charset="0"/>
              </a:rPr>
              <a:t>trace</a:t>
            </a:r>
            <a:r>
              <a:rPr lang="ja-JP" altLang="en-US" dirty="0">
                <a:latin typeface="Calibri" panose="020F0502020204030204" pitchFamily="34" charset="0"/>
                <a:ea typeface="Calibri" panose="020F0502020204030204" pitchFamily="34" charset="0"/>
                <a:cs typeface="Calibri" panose="020F0502020204030204" pitchFamily="34" charset="0"/>
              </a:rPr>
              <a:t>距離で測った。</a:t>
            </a:r>
            <a:endParaRPr kumimoji="1" lang="ja-JP" altLang="en-US" dirty="0">
              <a:latin typeface="Calibri" panose="020F0502020204030204" pitchFamily="34" charset="0"/>
              <a:ea typeface="Calibri" panose="020F0502020204030204" pitchFamily="34" charset="0"/>
              <a:cs typeface="Calibri" panose="020F0502020204030204" pitchFamily="34" charset="0"/>
            </a:endParaRPr>
          </a:p>
        </p:txBody>
      </p:sp>
      <p:sp>
        <p:nvSpPr>
          <p:cNvPr id="8" name="テキスト ボックス 7">
            <a:extLst>
              <a:ext uri="{FF2B5EF4-FFF2-40B4-BE49-F238E27FC236}">
                <a16:creationId xmlns:a16="http://schemas.microsoft.com/office/drawing/2014/main" id="{79FADA57-6971-6AC5-55CB-71C15F3305A9}"/>
              </a:ext>
            </a:extLst>
          </p:cNvPr>
          <p:cNvSpPr txBox="1"/>
          <p:nvPr/>
        </p:nvSpPr>
        <p:spPr>
          <a:xfrm>
            <a:off x="7321253" y="1836568"/>
            <a:ext cx="4402443" cy="646331"/>
          </a:xfrm>
          <a:prstGeom prst="rect">
            <a:avLst/>
          </a:prstGeom>
          <a:noFill/>
        </p:spPr>
        <p:txBody>
          <a:bodyPr wrap="square" rtlCol="0">
            <a:spAutoFit/>
          </a:bodyPr>
          <a:lstStyle/>
          <a:p>
            <a:pPr algn="l"/>
            <a:r>
              <a:rPr lang="ja-JP" altLang="en-US" dirty="0">
                <a:latin typeface="Calibri" panose="020F0502020204030204" pitchFamily="34" charset="0"/>
                <a:ea typeface="Calibri" panose="020F0502020204030204" pitchFamily="34" charset="0"/>
                <a:cs typeface="Calibri" panose="020F0502020204030204" pitchFamily="34" charset="0"/>
              </a:rPr>
              <a:t>点線</a:t>
            </a:r>
            <a:r>
              <a:rPr lang="en-US" altLang="ja-JP" dirty="0">
                <a:latin typeface="Calibri" panose="020F0502020204030204" pitchFamily="34" charset="0"/>
                <a:ea typeface="Calibri" panose="020F0502020204030204" pitchFamily="34" charset="0"/>
                <a:cs typeface="Calibri" panose="020F0502020204030204" pitchFamily="34" charset="0"/>
              </a:rPr>
              <a:t>:	</a:t>
            </a:r>
            <a:r>
              <a:rPr lang="ja-JP" altLang="en-US" dirty="0">
                <a:latin typeface="Calibri" panose="020F0502020204030204" pitchFamily="34" charset="0"/>
                <a:ea typeface="Calibri" panose="020F0502020204030204" pitchFamily="34" charset="0"/>
                <a:cs typeface="Calibri" panose="020F0502020204030204" pitchFamily="34" charset="0"/>
              </a:rPr>
              <a:t>通常の</a:t>
            </a:r>
            <a:r>
              <a:rPr lang="en-US" altLang="ja-JP" dirty="0">
                <a:latin typeface="Calibri" panose="020F0502020204030204" pitchFamily="34" charset="0"/>
                <a:ea typeface="Calibri" panose="020F0502020204030204" pitchFamily="34" charset="0"/>
                <a:cs typeface="Calibri" panose="020F0502020204030204" pitchFamily="34" charset="0"/>
              </a:rPr>
              <a:t>tomography (Full QST)</a:t>
            </a:r>
          </a:p>
          <a:p>
            <a:pPr algn="l"/>
            <a:r>
              <a:rPr kumimoji="1" lang="ja-JP" altLang="en-US" dirty="0">
                <a:latin typeface="Calibri" panose="020F0502020204030204" pitchFamily="34" charset="0"/>
                <a:ea typeface="Calibri" panose="020F0502020204030204" pitchFamily="34" charset="0"/>
                <a:cs typeface="Calibri" panose="020F0502020204030204" pitchFamily="34" charset="0"/>
              </a:rPr>
              <a:t>実線</a:t>
            </a:r>
            <a:r>
              <a:rPr kumimoji="1" lang="en-US" altLang="ja-JP" dirty="0">
                <a:latin typeface="Calibri" panose="020F0502020204030204" pitchFamily="34" charset="0"/>
                <a:ea typeface="Calibri" panose="020F0502020204030204" pitchFamily="34" charset="0"/>
                <a:cs typeface="Calibri" panose="020F0502020204030204" pitchFamily="34" charset="0"/>
              </a:rPr>
              <a:t>:	classical shadow tomography</a:t>
            </a:r>
            <a:endParaRPr kumimoji="1" lang="ja-JP" altLang="en-US" dirty="0">
              <a:latin typeface="Calibri" panose="020F0502020204030204" pitchFamily="34" charset="0"/>
              <a:ea typeface="Calibri" panose="020F0502020204030204" pitchFamily="34" charset="0"/>
              <a:cs typeface="Calibri" panose="020F0502020204030204" pitchFamily="34" charset="0"/>
            </a:endParaRPr>
          </a:p>
        </p:txBody>
      </p:sp>
      <p:sp>
        <p:nvSpPr>
          <p:cNvPr id="9" name="テキスト ボックス 8">
            <a:extLst>
              <a:ext uri="{FF2B5EF4-FFF2-40B4-BE49-F238E27FC236}">
                <a16:creationId xmlns:a16="http://schemas.microsoft.com/office/drawing/2014/main" id="{3B97508C-1374-9621-BB7C-AEA45D086383}"/>
              </a:ext>
            </a:extLst>
          </p:cNvPr>
          <p:cNvSpPr txBox="1"/>
          <p:nvPr/>
        </p:nvSpPr>
        <p:spPr>
          <a:xfrm>
            <a:off x="7321253" y="4014958"/>
            <a:ext cx="4402443" cy="923330"/>
          </a:xfrm>
          <a:prstGeom prst="rect">
            <a:avLst/>
          </a:prstGeom>
          <a:noFill/>
        </p:spPr>
        <p:txBody>
          <a:bodyPr wrap="square" rtlCol="0">
            <a:spAutoFit/>
          </a:bodyPr>
          <a:lstStyle/>
          <a:p>
            <a:pPr algn="l"/>
            <a:r>
              <a:rPr kumimoji="1" lang="ja-JP" altLang="en-US" dirty="0">
                <a:latin typeface="Calibri" panose="020F0502020204030204" pitchFamily="34" charset="0"/>
                <a:ea typeface="Calibri" panose="020F0502020204030204" pitchFamily="34" charset="0"/>
                <a:cs typeface="Calibri" panose="020F0502020204030204" pitchFamily="34" charset="0"/>
              </a:rPr>
              <a:t>コピー数が増える</a:t>
            </a:r>
            <a:r>
              <a:rPr kumimoji="1" lang="en-US" altLang="ja-JP" dirty="0">
                <a:latin typeface="Calibri" panose="020F0502020204030204" pitchFamily="34" charset="0"/>
                <a:ea typeface="Calibri" panose="020F0502020204030204" pitchFamily="34" charset="0"/>
                <a:cs typeface="Calibri" panose="020F0502020204030204" pitchFamily="34" charset="0"/>
              </a:rPr>
              <a:t>(</a:t>
            </a:r>
            <a:r>
              <a:rPr kumimoji="1" lang="ja-JP" altLang="en-US" dirty="0">
                <a:latin typeface="Calibri" panose="020F0502020204030204" pitchFamily="34" charset="0"/>
                <a:ea typeface="Calibri" panose="020F0502020204030204" pitchFamily="34" charset="0"/>
                <a:cs typeface="Calibri" panose="020F0502020204030204" pitchFamily="34" charset="0"/>
              </a:rPr>
              <a:t>右に行く</a:t>
            </a:r>
            <a:r>
              <a:rPr kumimoji="1" lang="en-US" altLang="ja-JP" dirty="0">
                <a:latin typeface="Calibri" panose="020F0502020204030204" pitchFamily="34" charset="0"/>
                <a:ea typeface="Calibri" panose="020F0502020204030204" pitchFamily="34" charset="0"/>
                <a:cs typeface="Calibri" panose="020F0502020204030204" pitchFamily="34" charset="0"/>
              </a:rPr>
              <a:t>)</a:t>
            </a:r>
            <a:r>
              <a:rPr kumimoji="1" lang="ja-JP" altLang="en-US" dirty="0">
                <a:latin typeface="Calibri" panose="020F0502020204030204" pitchFamily="34" charset="0"/>
                <a:ea typeface="Calibri" panose="020F0502020204030204" pitchFamily="34" charset="0"/>
                <a:cs typeface="Calibri" panose="020F0502020204030204" pitchFamily="34" charset="0"/>
              </a:rPr>
              <a:t>ほどエラーが下がる</a:t>
            </a:r>
            <a:r>
              <a:rPr kumimoji="1" lang="en-US" altLang="ja-JP" dirty="0">
                <a:latin typeface="Calibri" panose="020F0502020204030204" pitchFamily="34" charset="0"/>
                <a:ea typeface="Calibri" panose="020F0502020204030204" pitchFamily="34" charset="0"/>
                <a:cs typeface="Calibri" panose="020F0502020204030204" pitchFamily="34" charset="0"/>
              </a:rPr>
              <a:t>(</a:t>
            </a:r>
            <a:r>
              <a:rPr kumimoji="1" lang="ja-JP" altLang="en-US" dirty="0">
                <a:latin typeface="Calibri" panose="020F0502020204030204" pitchFamily="34" charset="0"/>
                <a:ea typeface="Calibri" panose="020F0502020204030204" pitchFamily="34" charset="0"/>
                <a:cs typeface="Calibri" panose="020F0502020204030204" pitchFamily="34" charset="0"/>
              </a:rPr>
              <a:t>下に行く</a:t>
            </a:r>
            <a:r>
              <a:rPr kumimoji="1" lang="en-US" altLang="ja-JP" dirty="0">
                <a:latin typeface="Calibri" panose="020F0502020204030204" pitchFamily="34" charset="0"/>
                <a:ea typeface="Calibri" panose="020F0502020204030204" pitchFamily="34" charset="0"/>
                <a:cs typeface="Calibri" panose="020F0502020204030204" pitchFamily="34" charset="0"/>
              </a:rPr>
              <a:t>)</a:t>
            </a:r>
            <a:r>
              <a:rPr kumimoji="1" lang="ja-JP" altLang="en-US" dirty="0">
                <a:latin typeface="Calibri" panose="020F0502020204030204" pitchFamily="34" charset="0"/>
                <a:ea typeface="Calibri" panose="020F0502020204030204" pitchFamily="34" charset="0"/>
                <a:cs typeface="Calibri" panose="020F0502020204030204" pitchFamily="34" charset="0"/>
              </a:rPr>
              <a:t>挙動は</a:t>
            </a:r>
            <a:r>
              <a:rPr lang="en-US" altLang="ja-JP" dirty="0">
                <a:latin typeface="Calibri" panose="020F0502020204030204" pitchFamily="34" charset="0"/>
                <a:ea typeface="Calibri" panose="020F0502020204030204" pitchFamily="34" charset="0"/>
                <a:cs typeface="Calibri" panose="020F0502020204030204" pitchFamily="34" charset="0"/>
              </a:rPr>
              <a:t>(</a:t>
            </a:r>
            <a:r>
              <a:rPr lang="ja-JP" altLang="en-US" dirty="0">
                <a:latin typeface="Calibri" panose="020F0502020204030204" pitchFamily="34" charset="0"/>
                <a:ea typeface="Calibri" panose="020F0502020204030204" pitchFamily="34" charset="0"/>
                <a:cs typeface="Calibri" panose="020F0502020204030204" pitchFamily="34" charset="0"/>
              </a:rPr>
              <a:t>当然だが</a:t>
            </a:r>
            <a:r>
              <a:rPr kumimoji="1" lang="en-US" altLang="ja-JP" dirty="0">
                <a:latin typeface="Calibri" panose="020F0502020204030204" pitchFamily="34" charset="0"/>
                <a:ea typeface="Calibri" panose="020F0502020204030204" pitchFamily="34" charset="0"/>
                <a:cs typeface="Calibri" panose="020F0502020204030204" pitchFamily="34" charset="0"/>
              </a:rPr>
              <a:t>)</a:t>
            </a:r>
            <a:r>
              <a:rPr kumimoji="1" lang="ja-JP" altLang="en-US" dirty="0">
                <a:latin typeface="Calibri" panose="020F0502020204030204" pitchFamily="34" charset="0"/>
                <a:ea typeface="Calibri" panose="020F0502020204030204" pitchFamily="34" charset="0"/>
                <a:cs typeface="Calibri" panose="020F0502020204030204" pitchFamily="34" charset="0"/>
              </a:rPr>
              <a:t>共通している。</a:t>
            </a:r>
          </a:p>
        </p:txBody>
      </p: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942EC054-BEFA-C459-2BF3-05B0F5A227FB}"/>
                  </a:ext>
                </a:extLst>
              </p:cNvPr>
              <p:cNvSpPr txBox="1"/>
              <p:nvPr/>
            </p:nvSpPr>
            <p:spPr>
              <a:xfrm>
                <a:off x="7321252" y="2714524"/>
                <a:ext cx="4578060" cy="923330"/>
              </a:xfrm>
              <a:prstGeom prst="rect">
                <a:avLst/>
              </a:prstGeom>
              <a:noFill/>
            </p:spPr>
            <p:txBody>
              <a:bodyPr wrap="square" rtlCol="0">
                <a:spAutoFit/>
              </a:bodyPr>
              <a:lstStyle/>
              <a:p>
                <a:pPr algn="l"/>
                <a:r>
                  <a:rPr kumimoji="1" lang="ja-JP" altLang="en-US" dirty="0">
                    <a:latin typeface="Calibri" panose="020F0502020204030204" pitchFamily="34" charset="0"/>
                    <a:ea typeface="Calibri" panose="020F0502020204030204" pitchFamily="34" charset="0"/>
                    <a:cs typeface="Calibri" panose="020F0502020204030204" pitchFamily="34" charset="0"/>
                  </a:rPr>
                  <a:t>色の違い</a:t>
                </a:r>
                <a:r>
                  <a:rPr kumimoji="1" lang="en-US" altLang="ja-JP" dirty="0">
                    <a:latin typeface="Calibri" panose="020F0502020204030204" pitchFamily="34" charset="0"/>
                    <a:ea typeface="Calibri" panose="020F0502020204030204" pitchFamily="34" charset="0"/>
                    <a:cs typeface="Calibri" panose="020F0502020204030204" pitchFamily="34" charset="0"/>
                  </a:rPr>
                  <a:t>:</a:t>
                </a:r>
                <a:r>
                  <a:rPr kumimoji="1" lang="ja-JP" altLang="en-US" dirty="0">
                    <a:latin typeface="Calibri" panose="020F0502020204030204" pitchFamily="34" charset="0"/>
                    <a:ea typeface="Calibri" panose="020F0502020204030204" pitchFamily="34" charset="0"/>
                    <a:cs typeface="Calibri" panose="020F0502020204030204" pitchFamily="34" charset="0"/>
                  </a:rPr>
                  <a:t>　</a:t>
                </a:r>
                <a:r>
                  <a:rPr kumimoji="1" lang="en-US" altLang="ja-JP" dirty="0">
                    <a:latin typeface="Calibri" panose="020F0502020204030204" pitchFamily="34" charset="0"/>
                    <a:ea typeface="Calibri" panose="020F0502020204030204" pitchFamily="34" charset="0"/>
                    <a:cs typeface="Calibri" panose="020F0502020204030204" pitchFamily="34" charset="0"/>
                  </a:rPr>
                  <a:t>Pauli-rank </a:t>
                </a:r>
                <a:r>
                  <a:rPr kumimoji="1" lang="ja-JP" altLang="en-US" dirty="0">
                    <a:latin typeface="Calibri" panose="020F0502020204030204" pitchFamily="34" charset="0"/>
                    <a:ea typeface="Calibri" panose="020F0502020204030204" pitchFamily="34" charset="0"/>
                    <a:cs typeface="Calibri" panose="020F0502020204030204" pitchFamily="34" charset="0"/>
                  </a:rPr>
                  <a:t>の違い。</a:t>
                </a:r>
                <a:endParaRPr lang="en-US" altLang="ja-JP" dirty="0">
                  <a:latin typeface="Calibri" panose="020F0502020204030204" pitchFamily="34" charset="0"/>
                  <a:ea typeface="Calibri" panose="020F0502020204030204" pitchFamily="34" charset="0"/>
                  <a:cs typeface="Calibri" panose="020F0502020204030204" pitchFamily="34" charset="0"/>
                </a:endParaRPr>
              </a:p>
              <a:p>
                <a:pPr algn="l"/>
                <a:r>
                  <a:rPr kumimoji="1" lang="en-US" altLang="ja-JP" dirty="0">
                    <a:latin typeface="Calibri" panose="020F0502020204030204" pitchFamily="34" charset="0"/>
                    <a:ea typeface="Calibri" panose="020F0502020204030204" pitchFamily="34" charset="0"/>
                    <a:cs typeface="Calibri" panose="020F0502020204030204" pitchFamily="34" charset="0"/>
                  </a:rPr>
                  <a:t>	</a:t>
                </a:r>
                <a:r>
                  <a:rPr kumimoji="1" lang="ja-JP" altLang="en-US" dirty="0">
                    <a:latin typeface="Calibri" panose="020F0502020204030204" pitchFamily="34" charset="0"/>
                    <a:ea typeface="Calibri" panose="020F0502020204030204" pitchFamily="34" charset="0"/>
                    <a:cs typeface="Calibri" panose="020F0502020204030204" pitchFamily="34" charset="0"/>
                  </a:rPr>
                  <a:t>　  </a:t>
                </a:r>
                <a:r>
                  <a:rPr kumimoji="1" lang="en-US" altLang="ja-JP" dirty="0">
                    <a:latin typeface="Calibri" panose="020F0502020204030204" pitchFamily="34" charset="0"/>
                    <a:ea typeface="Calibri" panose="020F0502020204030204" pitchFamily="34" charset="0"/>
                    <a:cs typeface="Calibri" panose="020F0502020204030204" pitchFamily="34" charset="0"/>
                  </a:rPr>
                  <a:t>Pauli-rank =</a:t>
                </a:r>
                <a:r>
                  <a:rPr lang="en-US" altLang="ja-JP" dirty="0">
                    <a:latin typeface="Calibri" panose="020F0502020204030204" pitchFamily="34" charset="0"/>
                    <a:ea typeface="Calibri" panose="020F0502020204030204" pitchFamily="34" charset="0"/>
                    <a:cs typeface="Calibri" panose="020F0502020204030204" pitchFamily="34" charset="0"/>
                  </a:rPr>
                  <a:t> 2, 5, 9, 16</a:t>
                </a:r>
                <a:r>
                  <a:rPr lang="ja-JP" altLang="en-US" dirty="0">
                    <a:latin typeface="Calibri" panose="020F0502020204030204" pitchFamily="34" charset="0"/>
                    <a:ea typeface="Calibri" panose="020F0502020204030204" pitchFamily="34" charset="0"/>
                    <a:cs typeface="Calibri" panose="020F0502020204030204" pitchFamily="34" charset="0"/>
                  </a:rPr>
                  <a:t>を行った。</a:t>
                </a:r>
                <a:endParaRPr lang="en-US" altLang="ja-JP" dirty="0">
                  <a:latin typeface="Calibri" panose="020F0502020204030204" pitchFamily="34" charset="0"/>
                  <a:ea typeface="Calibri" panose="020F0502020204030204" pitchFamily="34" charset="0"/>
                  <a:cs typeface="Calibri" panose="020F0502020204030204" pitchFamily="34" charset="0"/>
                </a:endParaRPr>
              </a:p>
              <a:p>
                <a:pPr algn="l"/>
                <a:r>
                  <a:rPr kumimoji="1" lang="en-US" altLang="ja-JP" dirty="0">
                    <a:latin typeface="Calibri" panose="020F0502020204030204" pitchFamily="34" charset="0"/>
                    <a:ea typeface="Calibri" panose="020F0502020204030204" pitchFamily="34" charset="0"/>
                    <a:cs typeface="Calibri" panose="020F0502020204030204" pitchFamily="34" charset="0"/>
                  </a:rPr>
                  <a:t>	 </a:t>
                </a:r>
                <a:r>
                  <a:rPr lang="ja-JP" altLang="en-US" dirty="0">
                    <a:latin typeface="Calibri" panose="020F0502020204030204" pitchFamily="34" charset="0"/>
                    <a:ea typeface="Calibri" panose="020F0502020204030204" pitchFamily="34" charset="0"/>
                    <a:cs typeface="Calibri" panose="020F0502020204030204" pitchFamily="34" charset="0"/>
                  </a:rPr>
                  <a:t>　</a:t>
                </a:r>
                <a:r>
                  <a:rPr lang="en-US" altLang="ja-JP" dirty="0">
                    <a:latin typeface="Calibri" panose="020F0502020204030204" pitchFamily="34" charset="0"/>
                    <a:ea typeface="Calibri" panose="020F0502020204030204" pitchFamily="34" charset="0"/>
                    <a:cs typeface="Calibri" panose="020F0502020204030204" pitchFamily="34" charset="0"/>
                  </a:rPr>
                  <a:t>(</a:t>
                </a:r>
                <a:r>
                  <a:rPr lang="ja-JP" altLang="en-US" dirty="0">
                    <a:latin typeface="Calibri" panose="020F0502020204030204" pitchFamily="34" charset="0"/>
                    <a:ea typeface="Calibri" panose="020F0502020204030204" pitchFamily="34" charset="0"/>
                    <a:cs typeface="Calibri" panose="020F0502020204030204" pitchFamily="34" charset="0"/>
                  </a:rPr>
                  <a:t>最大</a:t>
                </a:r>
                <a14:m>
                  <m:oMath xmlns:m="http://schemas.openxmlformats.org/officeDocument/2006/math">
                    <m:sSup>
                      <m:sSupPr>
                        <m:ctrlPr>
                          <a:rPr lang="en-US" altLang="ja-JP" b="0" i="1" smtClean="0">
                            <a:latin typeface="Cambria Math" panose="02040503050406030204" pitchFamily="18" charset="0"/>
                            <a:ea typeface="Calibri" panose="020F0502020204030204" pitchFamily="34" charset="0"/>
                            <a:cs typeface="Calibri" panose="020F0502020204030204" pitchFamily="34" charset="0"/>
                          </a:rPr>
                        </m:ctrlPr>
                      </m:sSupPr>
                      <m:e>
                        <m:r>
                          <a:rPr lang="en-US" altLang="ja-JP" b="0" i="1" smtClean="0">
                            <a:latin typeface="Cambria Math" panose="02040503050406030204" pitchFamily="18" charset="0"/>
                            <a:ea typeface="Calibri" panose="020F0502020204030204" pitchFamily="34" charset="0"/>
                            <a:cs typeface="Calibri" panose="020F0502020204030204" pitchFamily="34" charset="0"/>
                          </a:rPr>
                          <m:t>4</m:t>
                        </m:r>
                      </m:e>
                      <m:sup>
                        <m:r>
                          <a:rPr lang="en-US" altLang="ja-JP" b="0" i="1" smtClean="0">
                            <a:latin typeface="Cambria Math" panose="02040503050406030204" pitchFamily="18" charset="0"/>
                            <a:ea typeface="Calibri" panose="020F0502020204030204" pitchFamily="34" charset="0"/>
                            <a:cs typeface="Calibri" panose="020F0502020204030204" pitchFamily="34" charset="0"/>
                          </a:rPr>
                          <m:t>3</m:t>
                        </m:r>
                      </m:sup>
                    </m:sSup>
                    <m:r>
                      <a:rPr lang="en-US" altLang="ja-JP" b="0" i="1" smtClean="0">
                        <a:latin typeface="Cambria Math" panose="02040503050406030204" pitchFamily="18" charset="0"/>
                        <a:ea typeface="Calibri" panose="020F0502020204030204" pitchFamily="34" charset="0"/>
                        <a:cs typeface="Calibri" panose="020F0502020204030204" pitchFamily="34" charset="0"/>
                      </a:rPr>
                      <m:t>=64</m:t>
                    </m:r>
                  </m:oMath>
                </a14:m>
                <a:r>
                  <a:rPr lang="en-US" altLang="ja-JP" dirty="0">
                    <a:latin typeface="Calibri" panose="020F0502020204030204" pitchFamily="34" charset="0"/>
                    <a:ea typeface="Calibri" panose="020F0502020204030204" pitchFamily="34" charset="0"/>
                    <a:cs typeface="Calibri" panose="020F0502020204030204" pitchFamily="34" charset="0"/>
                  </a:rPr>
                  <a:t> (n=3 qubits</a:t>
                </a:r>
                <a:r>
                  <a:rPr lang="ja-JP" altLang="en-US" dirty="0">
                    <a:latin typeface="Calibri" panose="020F0502020204030204" pitchFamily="34" charset="0"/>
                    <a:ea typeface="Calibri" panose="020F0502020204030204" pitchFamily="34" charset="0"/>
                    <a:cs typeface="Calibri" panose="020F0502020204030204" pitchFamily="34" charset="0"/>
                  </a:rPr>
                  <a:t>で</a:t>
                </a:r>
                <a:r>
                  <a:rPr lang="en-US" altLang="ja-JP" dirty="0">
                    <a:latin typeface="Calibri" panose="020F0502020204030204" pitchFamily="34" charset="0"/>
                    <a:ea typeface="Calibri" panose="020F0502020204030204" pitchFamily="34" charset="0"/>
                    <a:cs typeface="Calibri" panose="020F0502020204030204" pitchFamily="34" charset="0"/>
                  </a:rPr>
                  <a:t>))</a:t>
                </a:r>
                <a:endParaRPr kumimoji="1" lang="ja-JP" alt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 name="テキスト ボックス 9">
                <a:extLst>
                  <a:ext uri="{FF2B5EF4-FFF2-40B4-BE49-F238E27FC236}">
                    <a16:creationId xmlns:a16="http://schemas.microsoft.com/office/drawing/2014/main" id="{942EC054-BEFA-C459-2BF3-05B0F5A227FB}"/>
                  </a:ext>
                </a:extLst>
              </p:cNvPr>
              <p:cNvSpPr txBox="1">
                <a:spLocks noRot="1" noChangeAspect="1" noMove="1" noResize="1" noEditPoints="1" noAdjustHandles="1" noChangeArrowheads="1" noChangeShapeType="1" noTextEdit="1"/>
              </p:cNvSpPr>
              <p:nvPr/>
            </p:nvSpPr>
            <p:spPr>
              <a:xfrm>
                <a:off x="7321252" y="2714524"/>
                <a:ext cx="4578060" cy="923330"/>
              </a:xfrm>
              <a:prstGeom prst="rect">
                <a:avLst/>
              </a:prstGeom>
              <a:blipFill>
                <a:blip r:embed="rId3"/>
                <a:stretch>
                  <a:fillRect l="-1198" t="-5263" r="-1065" b="-9868"/>
                </a:stretch>
              </a:blipFill>
            </p:spPr>
            <p:txBody>
              <a:bodyPr/>
              <a:lstStyle/>
              <a:p>
                <a:r>
                  <a:rPr lang="ja-JP" altLang="en-US">
                    <a:noFill/>
                  </a:rPr>
                  <a:t> </a:t>
                </a:r>
              </a:p>
            </p:txBody>
          </p:sp>
        </mc:Fallback>
      </mc:AlternateContent>
      <p:sp>
        <p:nvSpPr>
          <p:cNvPr id="11" name="テキスト ボックス 10">
            <a:extLst>
              <a:ext uri="{FF2B5EF4-FFF2-40B4-BE49-F238E27FC236}">
                <a16:creationId xmlns:a16="http://schemas.microsoft.com/office/drawing/2014/main" id="{B8C7A11E-0292-5584-7DE4-BE6E322E653D}"/>
              </a:ext>
            </a:extLst>
          </p:cNvPr>
          <p:cNvSpPr txBox="1"/>
          <p:nvPr/>
        </p:nvSpPr>
        <p:spPr>
          <a:xfrm>
            <a:off x="7321253" y="5216672"/>
            <a:ext cx="4402443" cy="923330"/>
          </a:xfrm>
          <a:prstGeom prst="rect">
            <a:avLst/>
          </a:prstGeom>
          <a:noFill/>
        </p:spPr>
        <p:txBody>
          <a:bodyPr wrap="square" rtlCol="0">
            <a:spAutoFit/>
          </a:bodyPr>
          <a:lstStyle/>
          <a:p>
            <a:pPr algn="l"/>
            <a:r>
              <a:rPr kumimoji="1" lang="ja-JP" altLang="en-US" dirty="0">
                <a:latin typeface="Calibri" panose="020F0502020204030204" pitchFamily="34" charset="0"/>
                <a:ea typeface="Calibri" panose="020F0502020204030204" pitchFamily="34" charset="0"/>
                <a:cs typeface="Calibri" panose="020F0502020204030204" pitchFamily="34" charset="0"/>
              </a:rPr>
              <a:t>若干</a:t>
            </a:r>
            <a:r>
              <a:rPr kumimoji="1" lang="en-US" altLang="ja-JP" dirty="0">
                <a:latin typeface="Calibri" panose="020F0502020204030204" pitchFamily="34" charset="0"/>
                <a:ea typeface="Calibri" panose="020F0502020204030204" pitchFamily="34" charset="0"/>
                <a:cs typeface="Calibri" panose="020F0502020204030204" pitchFamily="34" charset="0"/>
              </a:rPr>
              <a:t>Classical shadow</a:t>
            </a:r>
            <a:r>
              <a:rPr kumimoji="1" lang="ja-JP" altLang="en-US" dirty="0">
                <a:latin typeface="Calibri" panose="020F0502020204030204" pitchFamily="34" charset="0"/>
                <a:ea typeface="Calibri" panose="020F0502020204030204" pitchFamily="34" charset="0"/>
                <a:cs typeface="Calibri" panose="020F0502020204030204" pitchFamily="34" charset="0"/>
              </a:rPr>
              <a:t>を用いる方が、同じコピー数に対して優位性があるように思われる。</a:t>
            </a:r>
          </a:p>
        </p:txBody>
      </p:sp>
      <p:sp>
        <p:nvSpPr>
          <p:cNvPr id="2" name="正方形/長方形 1">
            <a:extLst>
              <a:ext uri="{FF2B5EF4-FFF2-40B4-BE49-F238E27FC236}">
                <a16:creationId xmlns:a16="http://schemas.microsoft.com/office/drawing/2014/main" id="{B09D9677-FD0F-D498-01DE-2E582111137D}"/>
              </a:ext>
            </a:extLst>
          </p:cNvPr>
          <p:cNvSpPr/>
          <p:nvPr/>
        </p:nvSpPr>
        <p:spPr>
          <a:xfrm>
            <a:off x="10236821" y="0"/>
            <a:ext cx="1955179" cy="433137"/>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ja-JP" dirty="0"/>
              <a:t>Appendix</a:t>
            </a:r>
            <a:endParaRPr kumimoji="1" lang="ja-JP" altLang="en-US"/>
          </a:p>
        </p:txBody>
      </p:sp>
    </p:spTree>
    <p:extLst>
      <p:ext uri="{BB962C8B-B14F-4D97-AF65-F5344CB8AC3E}">
        <p14:creationId xmlns:p14="http://schemas.microsoft.com/office/powerpoint/2010/main" val="348418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781D03CF-DAC9-6664-4CD0-746D0752536B}"/>
              </a:ext>
            </a:extLst>
          </p:cNvPr>
          <p:cNvSpPr txBox="1"/>
          <p:nvPr/>
        </p:nvSpPr>
        <p:spPr>
          <a:xfrm>
            <a:off x="5306783" y="171523"/>
            <a:ext cx="1158574" cy="584775"/>
          </a:xfrm>
          <a:prstGeom prst="rect">
            <a:avLst/>
          </a:prstGeom>
          <a:noFill/>
        </p:spPr>
        <p:txBody>
          <a:bodyPr wrap="square" rtlCol="0">
            <a:spAutoFit/>
          </a:bodyPr>
          <a:lstStyle/>
          <a:p>
            <a:pPr algn="l"/>
            <a:r>
              <a:rPr kumimoji="1" lang="ja-JP" altLang="en-US" sz="3200" dirty="0">
                <a:latin typeface="Calibri" panose="020F0502020204030204" pitchFamily="34" charset="0"/>
                <a:ea typeface="Calibri" panose="020F0502020204030204" pitchFamily="34" charset="0"/>
                <a:cs typeface="Calibri" panose="020F0502020204030204" pitchFamily="34" charset="0"/>
              </a:rPr>
              <a:t>考察</a:t>
            </a:r>
          </a:p>
        </p:txBody>
      </p:sp>
      <p:sp>
        <p:nvSpPr>
          <p:cNvPr id="5" name="テキスト ボックス 4">
            <a:extLst>
              <a:ext uri="{FF2B5EF4-FFF2-40B4-BE49-F238E27FC236}">
                <a16:creationId xmlns:a16="http://schemas.microsoft.com/office/drawing/2014/main" id="{2C097DBA-E747-84C5-BB8A-3DF62C029F5E}"/>
              </a:ext>
            </a:extLst>
          </p:cNvPr>
          <p:cNvSpPr txBox="1"/>
          <p:nvPr/>
        </p:nvSpPr>
        <p:spPr>
          <a:xfrm>
            <a:off x="654005" y="959564"/>
            <a:ext cx="10791134" cy="400110"/>
          </a:xfrm>
          <a:prstGeom prst="rect">
            <a:avLst/>
          </a:prstGeom>
          <a:noFill/>
        </p:spPr>
        <p:txBody>
          <a:bodyPr wrap="square" rtlCol="0">
            <a:spAutoFit/>
          </a:bodyPr>
          <a:lstStyle/>
          <a:p>
            <a:pPr algn="l"/>
            <a:r>
              <a:rPr kumimoji="1" lang="ja-JP" altLang="en-US" sz="2000" dirty="0">
                <a:latin typeface="Calibri" panose="020F0502020204030204" pitchFamily="34" charset="0"/>
                <a:ea typeface="Calibri" panose="020F0502020204030204" pitchFamily="34" charset="0"/>
                <a:cs typeface="Calibri" panose="020F0502020204030204" pitchFamily="34" charset="0"/>
              </a:rPr>
              <a:t>若干ではあったが</a:t>
            </a:r>
            <a:r>
              <a:rPr kumimoji="1" lang="en-US" altLang="ja-JP" sz="2000" dirty="0">
                <a:latin typeface="Calibri" panose="020F0502020204030204" pitchFamily="34" charset="0"/>
                <a:ea typeface="Calibri" panose="020F0502020204030204" pitchFamily="34" charset="0"/>
                <a:cs typeface="Calibri" panose="020F0502020204030204" pitchFamily="34" charset="0"/>
              </a:rPr>
              <a:t>Classical shadow tomography</a:t>
            </a:r>
            <a:r>
              <a:rPr kumimoji="1" lang="ja-JP" altLang="en-US" sz="2000" dirty="0">
                <a:latin typeface="Calibri" panose="020F0502020204030204" pitchFamily="34" charset="0"/>
                <a:ea typeface="Calibri" panose="020F0502020204030204" pitchFamily="34" charset="0"/>
                <a:cs typeface="Calibri" panose="020F0502020204030204" pitchFamily="34" charset="0"/>
              </a:rPr>
              <a:t>に優位性があるように見える結果が得られた。</a:t>
            </a:r>
          </a:p>
        </p:txBody>
      </p:sp>
      <p:sp>
        <p:nvSpPr>
          <p:cNvPr id="6" name="テキスト ボックス 5">
            <a:extLst>
              <a:ext uri="{FF2B5EF4-FFF2-40B4-BE49-F238E27FC236}">
                <a16:creationId xmlns:a16="http://schemas.microsoft.com/office/drawing/2014/main" id="{AB259AFC-9425-7BAF-6243-1617A9952E1B}"/>
              </a:ext>
            </a:extLst>
          </p:cNvPr>
          <p:cNvSpPr txBox="1"/>
          <p:nvPr/>
        </p:nvSpPr>
        <p:spPr>
          <a:xfrm>
            <a:off x="654005" y="3562471"/>
            <a:ext cx="10791134" cy="707886"/>
          </a:xfrm>
          <a:prstGeom prst="rect">
            <a:avLst/>
          </a:prstGeom>
          <a:noFill/>
        </p:spPr>
        <p:txBody>
          <a:bodyPr wrap="square" rtlCol="0">
            <a:spAutoFit/>
          </a:bodyPr>
          <a:lstStyle/>
          <a:p>
            <a:pPr algn="l"/>
            <a:r>
              <a:rPr lang="ja-JP" altLang="en-US" sz="2000" dirty="0">
                <a:latin typeface="Calibri" panose="020F0502020204030204" pitchFamily="34" charset="0"/>
                <a:ea typeface="Calibri" panose="020F0502020204030204" pitchFamily="34" charset="0"/>
                <a:cs typeface="Calibri" panose="020F0502020204030204" pitchFamily="34" charset="0"/>
              </a:rPr>
              <a:t>ただ、今回比較対象として用いた通常の</a:t>
            </a:r>
            <a:r>
              <a:rPr lang="en-US" altLang="ja-JP" sz="2000" dirty="0">
                <a:latin typeface="Calibri" panose="020F0502020204030204" pitchFamily="34" charset="0"/>
                <a:ea typeface="Calibri" panose="020F0502020204030204" pitchFamily="34" charset="0"/>
                <a:cs typeface="Calibri" panose="020F0502020204030204" pitchFamily="34" charset="0"/>
              </a:rPr>
              <a:t>Pauli tomography </a:t>
            </a:r>
            <a:r>
              <a:rPr lang="ja-JP" altLang="en-US" sz="2000" dirty="0">
                <a:latin typeface="Calibri" panose="020F0502020204030204" pitchFamily="34" charset="0"/>
                <a:ea typeface="Calibri" panose="020F0502020204030204" pitchFamily="34" charset="0"/>
                <a:cs typeface="Calibri" panose="020F0502020204030204" pitchFamily="34" charset="0"/>
              </a:rPr>
              <a:t>は現在知られている</a:t>
            </a:r>
            <a:r>
              <a:rPr lang="en-US" altLang="ja-JP" sz="2000" dirty="0">
                <a:latin typeface="Calibri" panose="020F0502020204030204" pitchFamily="34" charset="0"/>
                <a:ea typeface="Calibri" panose="020F0502020204030204" pitchFamily="34" charset="0"/>
                <a:cs typeface="Calibri" panose="020F0502020204030204" pitchFamily="34" charset="0"/>
              </a:rPr>
              <a:t>tomography</a:t>
            </a:r>
            <a:r>
              <a:rPr lang="ja-JP" altLang="en-US" sz="2000" dirty="0">
                <a:latin typeface="Calibri" panose="020F0502020204030204" pitchFamily="34" charset="0"/>
                <a:ea typeface="Calibri" panose="020F0502020204030204" pitchFamily="34" charset="0"/>
                <a:cs typeface="Calibri" panose="020F0502020204030204" pitchFamily="34" charset="0"/>
              </a:rPr>
              <a:t>のうち最もよいもの</a:t>
            </a:r>
            <a:r>
              <a:rPr lang="ja-JP" altLang="en-US" sz="2000" b="1" dirty="0">
                <a:latin typeface="Calibri" panose="020F0502020204030204" pitchFamily="34" charset="0"/>
                <a:ea typeface="Calibri" panose="020F0502020204030204" pitchFamily="34" charset="0"/>
                <a:cs typeface="Calibri" panose="020F0502020204030204" pitchFamily="34" charset="0"/>
              </a:rPr>
              <a:t>ではない</a:t>
            </a:r>
            <a:r>
              <a:rPr kumimoji="1" lang="ja-JP" altLang="en-US" sz="2000" dirty="0">
                <a:latin typeface="Calibri" panose="020F0502020204030204" pitchFamily="34" charset="0"/>
                <a:ea typeface="Calibri" panose="020F0502020204030204" pitchFamily="34" charset="0"/>
                <a:cs typeface="Calibri" panose="020F0502020204030204" pitchFamily="34" charset="0"/>
              </a:rPr>
              <a:t>ことに注意。</a:t>
            </a:r>
          </a:p>
        </p:txBody>
      </p:sp>
      <p:grpSp>
        <p:nvGrpSpPr>
          <p:cNvPr id="11" name="グループ化 10">
            <a:extLst>
              <a:ext uri="{FF2B5EF4-FFF2-40B4-BE49-F238E27FC236}">
                <a16:creationId xmlns:a16="http://schemas.microsoft.com/office/drawing/2014/main" id="{E7F5399D-8C6B-4385-3A39-A47C7376B7C9}"/>
              </a:ext>
            </a:extLst>
          </p:cNvPr>
          <p:cNvGrpSpPr/>
          <p:nvPr/>
        </p:nvGrpSpPr>
        <p:grpSpPr>
          <a:xfrm>
            <a:off x="654005" y="1622908"/>
            <a:ext cx="10791134" cy="1669688"/>
            <a:chOff x="490502" y="1707688"/>
            <a:chExt cx="10791134" cy="1669688"/>
          </a:xfrm>
        </p:grpSpPr>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02C3C053-F4A4-544C-5741-2F4B2C79EBB8}"/>
                    </a:ext>
                  </a:extLst>
                </p:cNvPr>
                <p:cNvSpPr txBox="1"/>
                <p:nvPr/>
              </p:nvSpPr>
              <p:spPr>
                <a:xfrm>
                  <a:off x="490502" y="1707688"/>
                  <a:ext cx="10791134" cy="1631216"/>
                </a:xfrm>
                <a:prstGeom prst="rect">
                  <a:avLst/>
                </a:prstGeom>
                <a:noFill/>
              </p:spPr>
              <p:txBody>
                <a:bodyPr wrap="square" rtlCol="0">
                  <a:spAutoFit/>
                </a:bodyPr>
                <a:lstStyle/>
                <a:p>
                  <a:pPr algn="l"/>
                  <a:r>
                    <a:rPr kumimoji="1" lang="ja-JP" altLang="en-US" sz="2000" dirty="0">
                      <a:latin typeface="Calibri" panose="020F0502020204030204" pitchFamily="34" charset="0"/>
                      <a:ea typeface="Calibri" panose="020F0502020204030204" pitchFamily="34" charset="0"/>
                      <a:cs typeface="Calibri" panose="020F0502020204030204" pitchFamily="34" charset="0"/>
                    </a:rPr>
                    <a:t>理論的にも漸近極限で </a:t>
                  </a:r>
                  <a:r>
                    <a:rPr kumimoji="1" lang="en-US" altLang="ja-JP" sz="2000" dirty="0">
                      <a:latin typeface="Calibri" panose="020F0502020204030204" pitchFamily="34" charset="0"/>
                      <a:ea typeface="Calibri" panose="020F0502020204030204" pitchFamily="34" charset="0"/>
                      <a:cs typeface="Calibri" panose="020F0502020204030204" pitchFamily="34" charset="0"/>
                    </a:rPr>
                    <a:t>(</a:t>
                  </a:r>
                  <a14:m>
                    <m:oMath xmlns:m="http://schemas.openxmlformats.org/officeDocument/2006/math">
                      <m:r>
                        <a:rPr kumimoji="1" lang="en-US" altLang="ja-JP" sz="2000" b="0" i="1" smtClean="0">
                          <a:latin typeface="Cambria Math" panose="02040503050406030204" pitchFamily="18" charset="0"/>
                          <a:ea typeface="Calibri" panose="020F0502020204030204" pitchFamily="34" charset="0"/>
                          <a:cs typeface="Calibri" panose="020F0502020204030204" pitchFamily="34" charset="0"/>
                        </a:rPr>
                        <m:t>𝑛</m:t>
                      </m:r>
                    </m:oMath>
                  </a14:m>
                  <a:r>
                    <a:rPr kumimoji="1" lang="en-US" altLang="ja-JP" sz="2000" dirty="0">
                      <a:latin typeface="Calibri" panose="020F0502020204030204" pitchFamily="34" charset="0"/>
                      <a:ea typeface="Calibri" panose="020F0502020204030204" pitchFamily="34" charset="0"/>
                      <a:cs typeface="Calibri" panose="020F0502020204030204" pitchFamily="34" charset="0"/>
                    </a:rPr>
                    <a:t>-qubit </a:t>
                  </a:r>
                  <a:r>
                    <a:rPr kumimoji="1" lang="ja-JP" altLang="en-US" sz="2000" dirty="0">
                      <a:latin typeface="Calibri" panose="020F0502020204030204" pitchFamily="34" charset="0"/>
                      <a:ea typeface="Calibri" panose="020F0502020204030204" pitchFamily="34" charset="0"/>
                      <a:cs typeface="Calibri" panose="020F0502020204030204" pitchFamily="34" charset="0"/>
                    </a:rPr>
                    <a:t>状態をエラー</a:t>
                  </a:r>
                  <a14:m>
                    <m:oMath xmlns:m="http://schemas.openxmlformats.org/officeDocument/2006/math">
                      <m:r>
                        <a:rPr kumimoji="1" lang="en-US" altLang="ja-JP" sz="2000" b="0" i="1" smtClean="0">
                          <a:latin typeface="Cambria Math" panose="02040503050406030204" pitchFamily="18" charset="0"/>
                          <a:ea typeface="Calibri" panose="020F0502020204030204" pitchFamily="34" charset="0"/>
                          <a:cs typeface="Calibri" panose="020F0502020204030204" pitchFamily="34" charset="0"/>
                        </a:rPr>
                        <m:t>𝜖</m:t>
                      </m:r>
                    </m:oMath>
                  </a14:m>
                  <a:r>
                    <a:rPr kumimoji="1" lang="ja-JP" altLang="en-US" sz="2000" dirty="0">
                      <a:latin typeface="Calibri" panose="020F0502020204030204" pitchFamily="34" charset="0"/>
                      <a:ea typeface="Calibri" panose="020F0502020204030204" pitchFamily="34" charset="0"/>
                      <a:cs typeface="Calibri" panose="020F0502020204030204" pitchFamily="34" charset="0"/>
                    </a:rPr>
                    <a:t>で再構成</a:t>
                  </a:r>
                  <a:r>
                    <a:rPr kumimoji="1" lang="en-US" altLang="ja-JP" sz="2000" dirty="0">
                      <a:latin typeface="Calibri" panose="020F0502020204030204" pitchFamily="34" charset="0"/>
                      <a:ea typeface="Calibri" panose="020F0502020204030204" pitchFamily="34" charset="0"/>
                      <a:cs typeface="Calibri" panose="020F0502020204030204" pitchFamily="34" charset="0"/>
                    </a:rPr>
                    <a:t>(</a:t>
                  </a:r>
                  <a:r>
                    <a:rPr kumimoji="1" lang="ja-JP" altLang="en-US" sz="2000" dirty="0">
                      <a:latin typeface="Calibri" panose="020F0502020204030204" pitchFamily="34" charset="0"/>
                      <a:ea typeface="Calibri" panose="020F0502020204030204" pitchFamily="34" charset="0"/>
                      <a:cs typeface="Calibri" panose="020F0502020204030204" pitchFamily="34" charset="0"/>
                    </a:rPr>
                    <a:t>推定</a:t>
                  </a:r>
                  <a:r>
                    <a:rPr kumimoji="1" lang="en-US" altLang="ja-JP" sz="2000" dirty="0">
                      <a:latin typeface="Calibri" panose="020F0502020204030204" pitchFamily="34" charset="0"/>
                      <a:ea typeface="Calibri" panose="020F0502020204030204" pitchFamily="34" charset="0"/>
                      <a:cs typeface="Calibri" panose="020F0502020204030204" pitchFamily="34" charset="0"/>
                    </a:rPr>
                    <a:t>)</a:t>
                  </a:r>
                  <a:r>
                    <a:rPr kumimoji="1" lang="ja-JP" altLang="en-US" sz="2000" dirty="0">
                      <a:latin typeface="Calibri" panose="020F0502020204030204" pitchFamily="34" charset="0"/>
                      <a:ea typeface="Calibri" panose="020F0502020204030204" pitchFamily="34" charset="0"/>
                      <a:cs typeface="Calibri" panose="020F0502020204030204" pitchFamily="34" charset="0"/>
                    </a:rPr>
                    <a:t>するにあたり</a:t>
                  </a:r>
                  <a:r>
                    <a:rPr kumimoji="1" lang="en-US" altLang="ja-JP" sz="2000" dirty="0">
                      <a:latin typeface="Calibri" panose="020F0502020204030204" pitchFamily="34" charset="0"/>
                      <a:ea typeface="Calibri" panose="020F0502020204030204" pitchFamily="34" charset="0"/>
                      <a:cs typeface="Calibri" panose="020F0502020204030204" pitchFamily="34" charset="0"/>
                    </a:rPr>
                    <a:t>)</a:t>
                  </a:r>
                </a:p>
                <a:p>
                  <a:pPr algn="l"/>
                  <a:endParaRPr lang="en-US" altLang="ja-JP" sz="2000" dirty="0">
                    <a:latin typeface="Calibri" panose="020F0502020204030204" pitchFamily="34" charset="0"/>
                    <a:ea typeface="Calibri" panose="020F0502020204030204" pitchFamily="34" charset="0"/>
                    <a:cs typeface="Calibri" panose="020F0502020204030204" pitchFamily="34" charset="0"/>
                  </a:endParaRPr>
                </a:p>
                <a:p>
                  <a:pPr algn="l"/>
                  <a:r>
                    <a:rPr kumimoji="1" lang="ja-JP" altLang="en-US" sz="2000" dirty="0">
                      <a:latin typeface="Calibri" panose="020F0502020204030204" pitchFamily="34" charset="0"/>
                      <a:ea typeface="Calibri" panose="020F0502020204030204" pitchFamily="34" charset="0"/>
                      <a:cs typeface="Calibri" panose="020F0502020204030204" pitchFamily="34" charset="0"/>
                    </a:rPr>
                    <a:t>通常の</a:t>
                  </a:r>
                  <a:r>
                    <a:rPr kumimoji="1" lang="en-US" altLang="ja-JP" sz="2000" dirty="0">
                      <a:latin typeface="Calibri" panose="020F0502020204030204" pitchFamily="34" charset="0"/>
                      <a:ea typeface="Calibri" panose="020F0502020204030204" pitchFamily="34" charset="0"/>
                      <a:cs typeface="Calibri" panose="020F0502020204030204" pitchFamily="34" charset="0"/>
                    </a:rPr>
                    <a:t>Pauli tomography:			</a:t>
                  </a:r>
                  <a:r>
                    <a:rPr kumimoji="1" lang="ja-JP" altLang="en-US" sz="2000" dirty="0">
                      <a:latin typeface="Calibri" panose="020F0502020204030204" pitchFamily="34" charset="0"/>
                      <a:ea typeface="Calibri" panose="020F0502020204030204" pitchFamily="34" charset="0"/>
                      <a:cs typeface="Calibri" panose="020F0502020204030204" pitchFamily="34" charset="0"/>
                    </a:rPr>
                    <a:t>　コピー　に対し</a:t>
                  </a:r>
                  <a:endParaRPr kumimoji="1" lang="en-US" altLang="ja-JP" sz="2000" dirty="0">
                    <a:latin typeface="Calibri" panose="020F0502020204030204" pitchFamily="34" charset="0"/>
                    <a:ea typeface="Calibri" panose="020F0502020204030204" pitchFamily="34" charset="0"/>
                    <a:cs typeface="Calibri" panose="020F0502020204030204" pitchFamily="34" charset="0"/>
                  </a:endParaRPr>
                </a:p>
                <a:p>
                  <a:pPr algn="l"/>
                  <a:endParaRPr lang="en-US" altLang="ja-JP" sz="2000" dirty="0">
                    <a:latin typeface="Calibri" panose="020F0502020204030204" pitchFamily="34" charset="0"/>
                    <a:ea typeface="Calibri" panose="020F0502020204030204" pitchFamily="34" charset="0"/>
                    <a:cs typeface="Calibri" panose="020F0502020204030204" pitchFamily="34" charset="0"/>
                  </a:endParaRPr>
                </a:p>
                <a:p>
                  <a:pPr algn="l"/>
                  <a:r>
                    <a:rPr kumimoji="1" lang="en-US" altLang="ja-JP" sz="2000" dirty="0">
                      <a:latin typeface="Calibri" panose="020F0502020204030204" pitchFamily="34" charset="0"/>
                      <a:ea typeface="Calibri" panose="020F0502020204030204" pitchFamily="34" charset="0"/>
                      <a:cs typeface="Calibri" panose="020F0502020204030204" pitchFamily="34" charset="0"/>
                    </a:rPr>
                    <a:t>Classical shadow tomography:		</a:t>
                  </a:r>
                  <a:r>
                    <a:rPr kumimoji="1" lang="ja-JP" altLang="en-US" sz="2000" dirty="0">
                      <a:latin typeface="Calibri" panose="020F0502020204030204" pitchFamily="34" charset="0"/>
                      <a:ea typeface="Calibri" panose="020F0502020204030204" pitchFamily="34" charset="0"/>
                      <a:cs typeface="Calibri" panose="020F0502020204030204" pitchFamily="34" charset="0"/>
                    </a:rPr>
                    <a:t>　　　コピー　であるため</a:t>
                  </a:r>
                  <a:r>
                    <a:rPr lang="ja-JP" altLang="en-US" sz="2000" dirty="0">
                      <a:latin typeface="Calibri" panose="020F0502020204030204" pitchFamily="34" charset="0"/>
                      <a:ea typeface="Calibri" panose="020F0502020204030204" pitchFamily="34" charset="0"/>
                      <a:cs typeface="Calibri" panose="020F0502020204030204" pitchFamily="34" charset="0"/>
                    </a:rPr>
                    <a:t>、当然の結果ともいえる。</a:t>
                  </a:r>
                  <a:endParaRPr kumimoji="1" lang="ja-JP" altLang="en-US" sz="20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 name="テキスト ボックス 6">
                  <a:extLst>
                    <a:ext uri="{FF2B5EF4-FFF2-40B4-BE49-F238E27FC236}">
                      <a16:creationId xmlns:a16="http://schemas.microsoft.com/office/drawing/2014/main" id="{02C3C053-F4A4-544C-5741-2F4B2C79EBB8}"/>
                    </a:ext>
                  </a:extLst>
                </p:cNvPr>
                <p:cNvSpPr txBox="1">
                  <a:spLocks noRot="1" noChangeAspect="1" noMove="1" noResize="1" noEditPoints="1" noAdjustHandles="1" noChangeArrowheads="1" noChangeShapeType="1" noTextEdit="1"/>
                </p:cNvSpPr>
                <p:nvPr/>
              </p:nvSpPr>
              <p:spPr>
                <a:xfrm>
                  <a:off x="490502" y="1707688"/>
                  <a:ext cx="10791134" cy="1631216"/>
                </a:xfrm>
                <a:prstGeom prst="rect">
                  <a:avLst/>
                </a:prstGeom>
                <a:blipFill>
                  <a:blip r:embed="rId2"/>
                  <a:stretch>
                    <a:fillRect l="-565" t="-2985" r="-621" b="-597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B49EEDC0-602F-8670-5772-50086AF9F265}"/>
                    </a:ext>
                  </a:extLst>
                </p:cNvPr>
                <p:cNvSpPr txBox="1"/>
                <p:nvPr/>
              </p:nvSpPr>
              <p:spPr>
                <a:xfrm>
                  <a:off x="3356334" y="2228249"/>
                  <a:ext cx="2075566" cy="523220"/>
                </a:xfrm>
                <a:prstGeom prst="rect">
                  <a:avLst/>
                </a:prstGeom>
                <a:noFill/>
              </p:spPr>
              <p:txBody>
                <a:bodyPr wrap="square">
                  <a:spAutoFit/>
                </a:bodyPr>
                <a:lstStyle/>
                <a:p>
                  <a14:m>
                    <m:oMath xmlns:m="http://schemas.openxmlformats.org/officeDocument/2006/math">
                      <m:r>
                        <a:rPr kumimoji="1" lang="en-US" altLang="ja-JP" sz="2800" b="0" i="1" smtClean="0">
                          <a:latin typeface="Cambria Math" panose="02040503050406030204" pitchFamily="18" charset="0"/>
                          <a:ea typeface="Calibri" panose="020F0502020204030204" pitchFamily="34" charset="0"/>
                          <a:cs typeface="Calibri" panose="020F0502020204030204" pitchFamily="34" charset="0"/>
                        </a:rPr>
                        <m:t>𝒪</m:t>
                      </m:r>
                      <m:r>
                        <a:rPr kumimoji="1" lang="en-US" altLang="ja-JP" sz="2800" b="0" i="1" smtClean="0">
                          <a:latin typeface="Cambria Math" panose="02040503050406030204" pitchFamily="18" charset="0"/>
                          <a:ea typeface="Calibri" panose="020F0502020204030204" pitchFamily="34" charset="0"/>
                          <a:cs typeface="Calibri" panose="020F0502020204030204" pitchFamily="34" charset="0"/>
                        </a:rPr>
                        <m:t>(</m:t>
                      </m:r>
                      <m:r>
                        <a:rPr kumimoji="1" lang="en-US" altLang="ja-JP" sz="2800" b="0" i="1" smtClean="0">
                          <a:latin typeface="Cambria Math" panose="02040503050406030204" pitchFamily="18" charset="0"/>
                          <a:ea typeface="Calibri" panose="020F0502020204030204" pitchFamily="34" charset="0"/>
                          <a:cs typeface="Calibri" panose="020F0502020204030204" pitchFamily="34" charset="0"/>
                        </a:rPr>
                        <m:t>𝑛</m:t>
                      </m:r>
                      <m:sSup>
                        <m:sSupPr>
                          <m:ctrlPr>
                            <a:rPr kumimoji="1" lang="en-US" altLang="ja-JP" sz="2800" b="0" i="1" smtClean="0">
                              <a:solidFill>
                                <a:srgbClr val="FF0000"/>
                              </a:solidFill>
                              <a:latin typeface="Cambria Math" panose="02040503050406030204" pitchFamily="18" charset="0"/>
                              <a:ea typeface="Calibri" panose="020F0502020204030204" pitchFamily="34" charset="0"/>
                              <a:cs typeface="Calibri" panose="020F0502020204030204" pitchFamily="34" charset="0"/>
                            </a:rPr>
                          </m:ctrlPr>
                        </m:sSupPr>
                        <m:e>
                          <m:r>
                            <a:rPr kumimoji="1" lang="en-US" altLang="ja-JP" sz="2800" b="0" i="1" smtClean="0">
                              <a:solidFill>
                                <a:srgbClr val="FF0000"/>
                              </a:solidFill>
                              <a:latin typeface="Cambria Math" panose="02040503050406030204" pitchFamily="18" charset="0"/>
                              <a:ea typeface="Calibri" panose="020F0502020204030204" pitchFamily="34" charset="0"/>
                              <a:cs typeface="Calibri" panose="020F0502020204030204" pitchFamily="34" charset="0"/>
                            </a:rPr>
                            <m:t>4</m:t>
                          </m:r>
                        </m:e>
                        <m:sup>
                          <m:r>
                            <a:rPr kumimoji="1" lang="en-US" altLang="ja-JP" sz="2800" b="0" i="1" smtClean="0">
                              <a:solidFill>
                                <a:srgbClr val="FF0000"/>
                              </a:solidFill>
                              <a:latin typeface="Cambria Math" panose="02040503050406030204" pitchFamily="18" charset="0"/>
                              <a:ea typeface="Calibri" panose="020F0502020204030204" pitchFamily="34" charset="0"/>
                              <a:cs typeface="Calibri" panose="020F0502020204030204" pitchFamily="34" charset="0"/>
                            </a:rPr>
                            <m:t>𝑛</m:t>
                          </m:r>
                        </m:sup>
                      </m:sSup>
                      <m:r>
                        <m:rPr>
                          <m:lit/>
                        </m:rPr>
                        <a:rPr kumimoji="1" lang="en-US" altLang="ja-JP" sz="2800" b="0" i="1" smtClean="0">
                          <a:latin typeface="Cambria Math" panose="02040503050406030204" pitchFamily="18" charset="0"/>
                          <a:ea typeface="Calibri" panose="020F0502020204030204" pitchFamily="34" charset="0"/>
                          <a:cs typeface="Calibri" panose="020F0502020204030204" pitchFamily="34" charset="0"/>
                        </a:rPr>
                        <m:t>/</m:t>
                      </m:r>
                      <m:sSup>
                        <m:sSupPr>
                          <m:ctrlPr>
                            <a:rPr kumimoji="1" lang="en-US" altLang="ja-JP" sz="2800" b="0" i="1" smtClean="0">
                              <a:latin typeface="Cambria Math" panose="02040503050406030204" pitchFamily="18" charset="0"/>
                              <a:ea typeface="Calibri" panose="020F0502020204030204" pitchFamily="34" charset="0"/>
                              <a:cs typeface="Calibri" panose="020F0502020204030204" pitchFamily="34" charset="0"/>
                            </a:rPr>
                          </m:ctrlPr>
                        </m:sSupPr>
                        <m:e>
                          <m:r>
                            <a:rPr kumimoji="1" lang="en-US" altLang="ja-JP" sz="2800" b="0" i="1" smtClean="0">
                              <a:latin typeface="Cambria Math" panose="02040503050406030204" pitchFamily="18" charset="0"/>
                              <a:ea typeface="Calibri" panose="020F0502020204030204" pitchFamily="34" charset="0"/>
                              <a:cs typeface="Calibri" panose="020F0502020204030204" pitchFamily="34" charset="0"/>
                            </a:rPr>
                            <m:t>𝜖</m:t>
                          </m:r>
                        </m:e>
                        <m:sup>
                          <m:r>
                            <a:rPr kumimoji="1" lang="en-US" altLang="ja-JP" sz="2800" b="0" i="1" smtClean="0">
                              <a:latin typeface="Cambria Math" panose="02040503050406030204" pitchFamily="18" charset="0"/>
                              <a:ea typeface="Calibri" panose="020F0502020204030204" pitchFamily="34" charset="0"/>
                              <a:cs typeface="Calibri" panose="020F0502020204030204" pitchFamily="34" charset="0"/>
                            </a:rPr>
                            <m:t>2</m:t>
                          </m:r>
                        </m:sup>
                      </m:sSup>
                      <m:r>
                        <a:rPr kumimoji="1" lang="en-US" altLang="ja-JP" sz="2800" b="0" i="1" smtClean="0">
                          <a:latin typeface="Cambria Math" panose="02040503050406030204" pitchFamily="18" charset="0"/>
                          <a:ea typeface="Calibri" panose="020F0502020204030204" pitchFamily="34" charset="0"/>
                          <a:cs typeface="Calibri" panose="020F0502020204030204" pitchFamily="34" charset="0"/>
                        </a:rPr>
                        <m:t>)</m:t>
                      </m:r>
                    </m:oMath>
                  </a14:m>
                  <a:r>
                    <a:rPr lang="ja-JP" altLang="en-US" sz="2800" dirty="0">
                      <a:latin typeface="Calibri" panose="020F0502020204030204" pitchFamily="34" charset="0"/>
                      <a:cs typeface="Calibri" panose="020F0502020204030204" pitchFamily="34" charset="0"/>
                    </a:rPr>
                    <a:t>　</a:t>
                  </a:r>
                </a:p>
              </p:txBody>
            </p:sp>
          </mc:Choice>
          <mc:Fallback xmlns="">
            <p:sp>
              <p:nvSpPr>
                <p:cNvPr id="9" name="テキスト ボックス 8">
                  <a:extLst>
                    <a:ext uri="{FF2B5EF4-FFF2-40B4-BE49-F238E27FC236}">
                      <a16:creationId xmlns:a16="http://schemas.microsoft.com/office/drawing/2014/main" id="{B49EEDC0-602F-8670-5772-50086AF9F265}"/>
                    </a:ext>
                  </a:extLst>
                </p:cNvPr>
                <p:cNvSpPr txBox="1">
                  <a:spLocks noRot="1" noChangeAspect="1" noMove="1" noResize="1" noEditPoints="1" noAdjustHandles="1" noChangeArrowheads="1" noChangeShapeType="1" noTextEdit="1"/>
                </p:cNvSpPr>
                <p:nvPr/>
              </p:nvSpPr>
              <p:spPr>
                <a:xfrm>
                  <a:off x="3356334" y="2228249"/>
                  <a:ext cx="2075566" cy="523220"/>
                </a:xfrm>
                <a:prstGeom prst="rect">
                  <a:avLst/>
                </a:prstGeom>
                <a:blipFill>
                  <a:blip r:embed="rId3"/>
                  <a:stretch>
                    <a:fillRect l="-1212" b="-1904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CACDF850-6708-5796-D226-4BF493C471BB}"/>
                    </a:ext>
                  </a:extLst>
                </p:cNvPr>
                <p:cNvSpPr txBox="1"/>
                <p:nvPr/>
              </p:nvSpPr>
              <p:spPr>
                <a:xfrm>
                  <a:off x="3810504" y="2854156"/>
                  <a:ext cx="1924517"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ea typeface="Calibri" panose="020F0502020204030204" pitchFamily="34" charset="0"/>
                            <a:cs typeface="Calibri" panose="020F0502020204030204" pitchFamily="34" charset="0"/>
                          </a:rPr>
                          <m:t>𝒪</m:t>
                        </m:r>
                        <m:d>
                          <m:dPr>
                            <m:ctrlPr>
                              <a:rPr kumimoji="1" lang="en-US" altLang="ja-JP" sz="2800" b="0" i="1" smtClean="0">
                                <a:latin typeface="Cambria Math" panose="02040503050406030204" pitchFamily="18" charset="0"/>
                                <a:ea typeface="Calibri" panose="020F0502020204030204" pitchFamily="34" charset="0"/>
                                <a:cs typeface="Calibri" panose="020F0502020204030204" pitchFamily="34" charset="0"/>
                              </a:rPr>
                            </m:ctrlPr>
                          </m:dPr>
                          <m:e>
                            <m:r>
                              <a:rPr kumimoji="1" lang="en-US" altLang="ja-JP" sz="2800" b="0" i="1" smtClean="0">
                                <a:latin typeface="Cambria Math" panose="02040503050406030204" pitchFamily="18" charset="0"/>
                                <a:ea typeface="Calibri" panose="020F0502020204030204" pitchFamily="34" charset="0"/>
                                <a:cs typeface="Calibri" panose="020F0502020204030204" pitchFamily="34" charset="0"/>
                              </a:rPr>
                              <m:t>𝑛</m:t>
                            </m:r>
                            <m:sSup>
                              <m:sSupPr>
                                <m:ctrlPr>
                                  <a:rPr kumimoji="1" lang="en-US" altLang="ja-JP" sz="2800" b="0" i="1" smtClean="0">
                                    <a:solidFill>
                                      <a:srgbClr val="FF0000"/>
                                    </a:solidFill>
                                    <a:latin typeface="Cambria Math" panose="02040503050406030204" pitchFamily="18" charset="0"/>
                                    <a:ea typeface="Calibri" panose="020F0502020204030204" pitchFamily="34" charset="0"/>
                                    <a:cs typeface="Calibri" panose="020F0502020204030204" pitchFamily="34" charset="0"/>
                                  </a:rPr>
                                </m:ctrlPr>
                              </m:sSupPr>
                              <m:e>
                                <m:r>
                                  <a:rPr lang="en-US" altLang="ja-JP" sz="2800" i="1">
                                    <a:solidFill>
                                      <a:srgbClr val="FF0000"/>
                                    </a:solidFill>
                                    <a:latin typeface="Cambria Math" panose="02040503050406030204" pitchFamily="18" charset="0"/>
                                    <a:ea typeface="Calibri" panose="020F0502020204030204" pitchFamily="34" charset="0"/>
                                    <a:cs typeface="Calibri" panose="020F0502020204030204" pitchFamily="34" charset="0"/>
                                  </a:rPr>
                                  <m:t>𝛼</m:t>
                                </m:r>
                              </m:e>
                              <m:sup>
                                <m:r>
                                  <a:rPr kumimoji="1" lang="en-US" altLang="ja-JP" sz="2800" b="0" i="1" smtClean="0">
                                    <a:solidFill>
                                      <a:srgbClr val="FF0000"/>
                                    </a:solidFill>
                                    <a:latin typeface="Cambria Math" panose="02040503050406030204" pitchFamily="18" charset="0"/>
                                    <a:ea typeface="Calibri" panose="020F0502020204030204" pitchFamily="34" charset="0"/>
                                    <a:cs typeface="Calibri" panose="020F0502020204030204" pitchFamily="34" charset="0"/>
                                  </a:rPr>
                                  <m:t>𝑛</m:t>
                                </m:r>
                              </m:sup>
                            </m:sSup>
                            <m:r>
                              <m:rPr>
                                <m:lit/>
                              </m:rPr>
                              <a:rPr kumimoji="1" lang="en-US" altLang="ja-JP" sz="2800" b="0" i="1" smtClean="0">
                                <a:latin typeface="Cambria Math" panose="02040503050406030204" pitchFamily="18" charset="0"/>
                                <a:ea typeface="Calibri" panose="020F0502020204030204" pitchFamily="34" charset="0"/>
                                <a:cs typeface="Calibri" panose="020F0502020204030204" pitchFamily="34" charset="0"/>
                              </a:rPr>
                              <m:t>/</m:t>
                            </m:r>
                            <m:sSup>
                              <m:sSupPr>
                                <m:ctrlPr>
                                  <a:rPr kumimoji="1" lang="en-US" altLang="ja-JP" sz="2800" b="0" i="1" smtClean="0">
                                    <a:latin typeface="Cambria Math" panose="02040503050406030204" pitchFamily="18" charset="0"/>
                                    <a:ea typeface="Calibri" panose="020F0502020204030204" pitchFamily="34" charset="0"/>
                                    <a:cs typeface="Calibri" panose="020F0502020204030204" pitchFamily="34" charset="0"/>
                                  </a:rPr>
                                </m:ctrlPr>
                              </m:sSupPr>
                              <m:e>
                                <m:r>
                                  <a:rPr kumimoji="1" lang="en-US" altLang="ja-JP" sz="2800" b="0" i="1" smtClean="0">
                                    <a:latin typeface="Cambria Math" panose="02040503050406030204" pitchFamily="18" charset="0"/>
                                    <a:ea typeface="Calibri" panose="020F0502020204030204" pitchFamily="34" charset="0"/>
                                    <a:cs typeface="Calibri" panose="020F0502020204030204" pitchFamily="34" charset="0"/>
                                  </a:rPr>
                                  <m:t>𝜖</m:t>
                                </m:r>
                              </m:e>
                              <m:sup>
                                <m:r>
                                  <a:rPr kumimoji="1" lang="en-US" altLang="ja-JP" sz="2800" b="0" i="1" smtClean="0">
                                    <a:latin typeface="Cambria Math" panose="02040503050406030204" pitchFamily="18" charset="0"/>
                                    <a:ea typeface="Calibri" panose="020F0502020204030204" pitchFamily="34" charset="0"/>
                                    <a:cs typeface="Calibri" panose="020F0502020204030204" pitchFamily="34" charset="0"/>
                                  </a:rPr>
                                  <m:t>2</m:t>
                                </m:r>
                              </m:sup>
                            </m:sSup>
                          </m:e>
                        </m:d>
                      </m:oMath>
                    </m:oMathPara>
                  </a14:m>
                  <a:endParaRPr lang="ja-JP" altLang="en-US" sz="2800" dirty="0">
                    <a:latin typeface="Calibri" panose="020F0502020204030204" pitchFamily="34" charset="0"/>
                    <a:cs typeface="Calibri" panose="020F0502020204030204" pitchFamily="34" charset="0"/>
                  </a:endParaRPr>
                </a:p>
              </p:txBody>
            </p:sp>
          </mc:Choice>
          <mc:Fallback xmlns="">
            <p:sp>
              <p:nvSpPr>
                <p:cNvPr id="10" name="テキスト ボックス 9">
                  <a:extLst>
                    <a:ext uri="{FF2B5EF4-FFF2-40B4-BE49-F238E27FC236}">
                      <a16:creationId xmlns:a16="http://schemas.microsoft.com/office/drawing/2014/main" id="{CACDF850-6708-5796-D226-4BF493C471BB}"/>
                    </a:ext>
                  </a:extLst>
                </p:cNvPr>
                <p:cNvSpPr txBox="1">
                  <a:spLocks noRot="1" noChangeAspect="1" noMove="1" noResize="1" noEditPoints="1" noAdjustHandles="1" noChangeArrowheads="1" noChangeShapeType="1" noTextEdit="1"/>
                </p:cNvSpPr>
                <p:nvPr/>
              </p:nvSpPr>
              <p:spPr>
                <a:xfrm>
                  <a:off x="3810504" y="2854156"/>
                  <a:ext cx="1924517" cy="523220"/>
                </a:xfrm>
                <a:prstGeom prst="rect">
                  <a:avLst/>
                </a:prstGeom>
                <a:blipFill>
                  <a:blip r:embed="rId4"/>
                  <a:stretch>
                    <a:fillRect b="-16279"/>
                  </a:stretch>
                </a:blipFill>
              </p:spPr>
              <p:txBody>
                <a:bodyPr/>
                <a:lstStyle/>
                <a:p>
                  <a:r>
                    <a:rPr lang="ja-JP" altLang="en-US">
                      <a:noFill/>
                    </a:rPr>
                    <a:t> </a:t>
                  </a:r>
                </a:p>
              </p:txBody>
            </p:sp>
          </mc:Fallback>
        </mc:AlternateContent>
      </p:grpSp>
      <p:grpSp>
        <p:nvGrpSpPr>
          <p:cNvPr id="15" name="グループ化 14">
            <a:extLst>
              <a:ext uri="{FF2B5EF4-FFF2-40B4-BE49-F238E27FC236}">
                <a16:creationId xmlns:a16="http://schemas.microsoft.com/office/drawing/2014/main" id="{A712B880-412E-F713-C9B2-C73F658A19D5}"/>
              </a:ext>
            </a:extLst>
          </p:cNvPr>
          <p:cNvGrpSpPr/>
          <p:nvPr/>
        </p:nvGrpSpPr>
        <p:grpSpPr>
          <a:xfrm>
            <a:off x="654005" y="4289262"/>
            <a:ext cx="10791134" cy="1165465"/>
            <a:chOff x="654005" y="4289262"/>
            <a:chExt cx="10791134" cy="1165465"/>
          </a:xfrm>
        </p:grpSpPr>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92E1A024-36FC-637F-467F-F11D85C69097}"/>
                    </a:ext>
                  </a:extLst>
                </p:cNvPr>
                <p:cNvSpPr txBox="1"/>
                <p:nvPr/>
              </p:nvSpPr>
              <p:spPr>
                <a:xfrm>
                  <a:off x="654005" y="4439064"/>
                  <a:ext cx="10791134" cy="1015663"/>
                </a:xfrm>
                <a:prstGeom prst="rect">
                  <a:avLst/>
                </a:prstGeom>
                <a:noFill/>
              </p:spPr>
              <p:txBody>
                <a:bodyPr wrap="square" rtlCol="0">
                  <a:spAutoFit/>
                </a:bodyPr>
                <a:lstStyle/>
                <a:p>
                  <a:pPr algn="l"/>
                  <a:r>
                    <a:rPr kumimoji="1" lang="ja-JP" altLang="en-US" sz="2000" dirty="0">
                      <a:latin typeface="Calibri" panose="020F0502020204030204" pitchFamily="34" charset="0"/>
                      <a:ea typeface="Calibri" panose="020F0502020204030204" pitchFamily="34" charset="0"/>
                      <a:cs typeface="Calibri" panose="020F0502020204030204" pitchFamily="34" charset="0"/>
                    </a:rPr>
                    <a:t>現在の最適な</a:t>
                  </a:r>
                  <a:r>
                    <a:rPr kumimoji="1" lang="en-US" altLang="ja-JP" sz="2000" dirty="0">
                      <a:latin typeface="Calibri" panose="020F0502020204030204" pitchFamily="34" charset="0"/>
                      <a:ea typeface="Calibri" panose="020F0502020204030204" pitchFamily="34" charset="0"/>
                      <a:cs typeface="Calibri" panose="020F0502020204030204" pitchFamily="34" charset="0"/>
                    </a:rPr>
                    <a:t>tomography </a:t>
                  </a:r>
                  <a:r>
                    <a:rPr kumimoji="1" lang="ja-JP" altLang="en-US" sz="2000" dirty="0">
                      <a:latin typeface="Calibri" panose="020F0502020204030204" pitchFamily="34" charset="0"/>
                      <a:ea typeface="Calibri" panose="020F0502020204030204" pitchFamily="34" charset="0"/>
                      <a:cs typeface="Calibri" panose="020F0502020204030204" pitchFamily="34" charset="0"/>
                    </a:rPr>
                    <a:t>は</a:t>
                  </a:r>
                  <a:r>
                    <a:rPr kumimoji="1" lang="en-US" altLang="ja-JP" sz="2000" dirty="0">
                      <a:latin typeface="Calibri" panose="020F0502020204030204" pitchFamily="34" charset="0"/>
                      <a:ea typeface="Calibri" panose="020F0502020204030204" pitchFamily="34" charset="0"/>
                      <a:cs typeface="Calibri" panose="020F0502020204030204" pitchFamily="34" charset="0"/>
                    </a:rPr>
                    <a:t>(</a:t>
                  </a:r>
                  <a:r>
                    <a:rPr lang="en-US" altLang="ja-JP" sz="2000" dirty="0">
                      <a:latin typeface="Calibri" panose="020F0502020204030204" pitchFamily="34" charset="0"/>
                      <a:ea typeface="Calibri" panose="020F0502020204030204" pitchFamily="34" charset="0"/>
                      <a:cs typeface="Calibri" panose="020F0502020204030204" pitchFamily="34" charset="0"/>
                    </a:rPr>
                    <a:t>collective </a:t>
                  </a:r>
                  <a:r>
                    <a:rPr lang="ja-JP" altLang="en-US" sz="2000" dirty="0">
                      <a:latin typeface="Calibri" panose="020F0502020204030204" pitchFamily="34" charset="0"/>
                      <a:ea typeface="Calibri" panose="020F0502020204030204" pitchFamily="34" charset="0"/>
                      <a:cs typeface="Calibri" panose="020F0502020204030204" pitchFamily="34" charset="0"/>
                    </a:rPr>
                    <a:t>な操作を必要としたもので</a:t>
                  </a:r>
                  <a:r>
                    <a:rPr lang="en-US" altLang="ja-JP" sz="2000" dirty="0">
                      <a:latin typeface="Calibri" panose="020F0502020204030204" pitchFamily="34" charset="0"/>
                      <a:ea typeface="Calibri" panose="020F0502020204030204" pitchFamily="34" charset="0"/>
                      <a:cs typeface="Calibri" panose="020F0502020204030204" pitchFamily="34" charset="0"/>
                    </a:rPr>
                    <a:t>): </a:t>
                  </a:r>
                  <a:r>
                    <a:rPr lang="ja-JP" altLang="en-US" sz="2000" dirty="0">
                      <a:latin typeface="Calibri" panose="020F0502020204030204" pitchFamily="34" charset="0"/>
                      <a:ea typeface="Calibri" panose="020F0502020204030204" pitchFamily="34" charset="0"/>
                      <a:cs typeface="Calibri" panose="020F0502020204030204" pitchFamily="34" charset="0"/>
                    </a:rPr>
                    <a:t>　　　　　　　　コピー</a:t>
                  </a:r>
                  <a:endParaRPr lang="en-US" altLang="ja-JP" sz="2000" dirty="0">
                    <a:latin typeface="Calibri" panose="020F0502020204030204" pitchFamily="34" charset="0"/>
                    <a:ea typeface="Calibri" panose="020F0502020204030204" pitchFamily="34" charset="0"/>
                    <a:cs typeface="Calibri" panose="020F0502020204030204" pitchFamily="34" charset="0"/>
                  </a:endParaRPr>
                </a:p>
                <a:p>
                  <a:pPr algn="l"/>
                  <a:r>
                    <a:rPr kumimoji="1" lang="ja-JP" altLang="en-US" sz="2000" dirty="0">
                      <a:latin typeface="Calibri" panose="020F0502020204030204" pitchFamily="34" charset="0"/>
                      <a:ea typeface="Calibri" panose="020F0502020204030204" pitchFamily="34" charset="0"/>
                      <a:cs typeface="Calibri" panose="020F0502020204030204" pitchFamily="34" charset="0"/>
                    </a:rPr>
                    <a:t>である。ここで </a:t>
                  </a:r>
                  <a14:m>
                    <m:oMath xmlns:m="http://schemas.openxmlformats.org/officeDocument/2006/math">
                      <m:r>
                        <a:rPr kumimoji="1" lang="en-US" altLang="ja-JP" sz="2000" b="0" i="1" smtClean="0">
                          <a:latin typeface="Cambria Math" panose="02040503050406030204" pitchFamily="18" charset="0"/>
                          <a:ea typeface="Calibri" panose="020F0502020204030204" pitchFamily="34" charset="0"/>
                          <a:cs typeface="Calibri" panose="020F0502020204030204" pitchFamily="34" charset="0"/>
                        </a:rPr>
                        <m:t>𝑟</m:t>
                      </m:r>
                    </m:oMath>
                  </a14:m>
                  <a:r>
                    <a:rPr kumimoji="1" lang="ja-JP" altLang="en-US" sz="2000" dirty="0">
                      <a:latin typeface="Calibri" panose="020F0502020204030204" pitchFamily="34" charset="0"/>
                      <a:ea typeface="Calibri" panose="020F0502020204030204" pitchFamily="34" charset="0"/>
                      <a:cs typeface="Calibri" panose="020F0502020204030204" pitchFamily="34" charset="0"/>
                    </a:rPr>
                    <a:t> は状態のランク</a:t>
                  </a:r>
                  <a:r>
                    <a:rPr kumimoji="1" lang="en-US" altLang="ja-JP" sz="2000" dirty="0">
                      <a:latin typeface="Calibri" panose="020F0502020204030204" pitchFamily="34" charset="0"/>
                      <a:ea typeface="Calibri" panose="020F0502020204030204" pitchFamily="34" charset="0"/>
                      <a:cs typeface="Calibri" panose="020F0502020204030204" pitchFamily="34" charset="0"/>
                    </a:rPr>
                    <a:t>(</a:t>
                  </a:r>
                  <a14:m>
                    <m:oMath xmlns:m="http://schemas.openxmlformats.org/officeDocument/2006/math">
                      <m:r>
                        <a:rPr kumimoji="1" lang="en-US" altLang="ja-JP" sz="2000" b="0" i="1" smtClean="0">
                          <a:latin typeface="Cambria Math" panose="02040503050406030204" pitchFamily="18" charset="0"/>
                          <a:ea typeface="Calibri" panose="020F0502020204030204" pitchFamily="34" charset="0"/>
                          <a:cs typeface="Calibri" panose="020F0502020204030204" pitchFamily="34" charset="0"/>
                        </a:rPr>
                        <m:t>≠</m:t>
                      </m:r>
                    </m:oMath>
                  </a14:m>
                  <a:r>
                    <a:rPr kumimoji="1" lang="en-US" altLang="ja-JP" sz="2000" dirty="0">
                      <a:latin typeface="Calibri" panose="020F0502020204030204" pitchFamily="34" charset="0"/>
                      <a:ea typeface="Calibri" panose="020F0502020204030204" pitchFamily="34" charset="0"/>
                      <a:cs typeface="Calibri" panose="020F0502020204030204" pitchFamily="34" charset="0"/>
                    </a:rPr>
                    <a:t>Pauli-rank)</a:t>
                  </a:r>
                  <a:r>
                    <a:rPr kumimoji="1" lang="ja-JP" altLang="en-US" sz="2000" dirty="0">
                      <a:latin typeface="Calibri" panose="020F0502020204030204" pitchFamily="34" charset="0"/>
                      <a:ea typeface="Calibri" panose="020F0502020204030204" pitchFamily="34" charset="0"/>
                      <a:cs typeface="Calibri" panose="020F0502020204030204" pitchFamily="34" charset="0"/>
                    </a:rPr>
                    <a:t>。この</a:t>
                  </a:r>
                  <a:r>
                    <a:rPr kumimoji="1" lang="en-US" altLang="ja-JP" sz="2000" dirty="0">
                      <a:latin typeface="Calibri" panose="020F0502020204030204" pitchFamily="34" charset="0"/>
                      <a:ea typeface="Calibri" panose="020F0502020204030204" pitchFamily="34" charset="0"/>
                      <a:cs typeface="Calibri" panose="020F0502020204030204" pitchFamily="34" charset="0"/>
                    </a:rPr>
                    <a:t>tomography</a:t>
                  </a:r>
                  <a:r>
                    <a:rPr kumimoji="1" lang="ja-JP" altLang="en-US" sz="2000" dirty="0">
                      <a:latin typeface="Calibri" panose="020F0502020204030204" pitchFamily="34" charset="0"/>
                      <a:ea typeface="Calibri" panose="020F0502020204030204" pitchFamily="34" charset="0"/>
                      <a:cs typeface="Calibri" panose="020F0502020204030204" pitchFamily="34" charset="0"/>
                    </a:rPr>
                    <a:t>とも有限のコピー数で比較を行うことは有意義かもしれない</a:t>
                  </a:r>
                  <a:r>
                    <a:rPr lang="en-US" altLang="ja-JP" sz="2000" dirty="0">
                      <a:latin typeface="Calibri" panose="020F0502020204030204" pitchFamily="34" charset="0"/>
                      <a:ea typeface="Calibri" panose="020F0502020204030204" pitchFamily="34" charset="0"/>
                      <a:cs typeface="Calibri" panose="020F0502020204030204" pitchFamily="34" charset="0"/>
                    </a:rPr>
                    <a:t>(</a:t>
                  </a:r>
                  <a:r>
                    <a:rPr lang="ja-JP" altLang="en-US" sz="2000" dirty="0">
                      <a:latin typeface="Calibri" panose="020F0502020204030204" pitchFamily="34" charset="0"/>
                      <a:ea typeface="Calibri" panose="020F0502020204030204" pitchFamily="34" charset="0"/>
                      <a:cs typeface="Calibri" panose="020F0502020204030204" pitchFamily="34" charset="0"/>
                    </a:rPr>
                    <a:t>が実装は少々工夫が必要にも思える</a:t>
                  </a:r>
                  <a:r>
                    <a:rPr lang="en-US" altLang="ja-JP" sz="2000" dirty="0">
                      <a:latin typeface="Calibri" panose="020F0502020204030204" pitchFamily="34" charset="0"/>
                      <a:ea typeface="Calibri" panose="020F0502020204030204" pitchFamily="34" charset="0"/>
                      <a:cs typeface="Calibri" panose="020F0502020204030204" pitchFamily="34" charset="0"/>
                    </a:rPr>
                    <a:t>)</a:t>
                  </a:r>
                  <a:r>
                    <a:rPr lang="ja-JP" altLang="en-US" sz="2000" dirty="0">
                      <a:latin typeface="Calibri" panose="020F0502020204030204" pitchFamily="34" charset="0"/>
                      <a:ea typeface="Calibri" panose="020F0502020204030204" pitchFamily="34" charset="0"/>
                      <a:cs typeface="Calibri" panose="020F0502020204030204" pitchFamily="34" charset="0"/>
                    </a:rPr>
                    <a:t>。</a:t>
                  </a:r>
                  <a:endParaRPr kumimoji="1" lang="ja-JP" altLang="en-US" sz="20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2" name="テキスト ボックス 11">
                  <a:extLst>
                    <a:ext uri="{FF2B5EF4-FFF2-40B4-BE49-F238E27FC236}">
                      <a16:creationId xmlns:a16="http://schemas.microsoft.com/office/drawing/2014/main" id="{92E1A024-36FC-637F-467F-F11D85C69097}"/>
                    </a:ext>
                  </a:extLst>
                </p:cNvPr>
                <p:cNvSpPr txBox="1">
                  <a:spLocks noRot="1" noChangeAspect="1" noMove="1" noResize="1" noEditPoints="1" noAdjustHandles="1" noChangeArrowheads="1" noChangeShapeType="1" noTextEdit="1"/>
                </p:cNvSpPr>
                <p:nvPr/>
              </p:nvSpPr>
              <p:spPr>
                <a:xfrm>
                  <a:off x="654005" y="4439064"/>
                  <a:ext cx="10791134" cy="1015663"/>
                </a:xfrm>
                <a:prstGeom prst="rect">
                  <a:avLst/>
                </a:prstGeom>
                <a:blipFill>
                  <a:blip r:embed="rId5"/>
                  <a:stretch>
                    <a:fillRect l="-565" t="-4790" b="-1018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F4801A37-0A69-E262-4409-5E0BBF512994}"/>
                    </a:ext>
                  </a:extLst>
                </p:cNvPr>
                <p:cNvSpPr txBox="1"/>
                <p:nvPr/>
              </p:nvSpPr>
              <p:spPr>
                <a:xfrm>
                  <a:off x="8203288" y="4289262"/>
                  <a:ext cx="2075566" cy="523220"/>
                </a:xfrm>
                <a:prstGeom prst="rect">
                  <a:avLst/>
                </a:prstGeom>
                <a:noFill/>
              </p:spPr>
              <p:txBody>
                <a:bodyPr wrap="square">
                  <a:spAutoFit/>
                </a:bodyPr>
                <a:lstStyle/>
                <a:p>
                  <a14:m>
                    <m:oMath xmlns:m="http://schemas.openxmlformats.org/officeDocument/2006/math">
                      <m:r>
                        <a:rPr kumimoji="1" lang="en-US" altLang="ja-JP" sz="2800" b="0" i="1" smtClean="0">
                          <a:latin typeface="Cambria Math" panose="02040503050406030204" pitchFamily="18" charset="0"/>
                          <a:ea typeface="Calibri" panose="020F0502020204030204" pitchFamily="34" charset="0"/>
                          <a:cs typeface="Calibri" panose="020F0502020204030204" pitchFamily="34" charset="0"/>
                        </a:rPr>
                        <m:t>𝒪</m:t>
                      </m:r>
                      <m:r>
                        <a:rPr kumimoji="1" lang="en-US" altLang="ja-JP" sz="2800" b="0" i="1" smtClean="0">
                          <a:latin typeface="Cambria Math" panose="02040503050406030204" pitchFamily="18" charset="0"/>
                          <a:ea typeface="Calibri" panose="020F0502020204030204" pitchFamily="34" charset="0"/>
                          <a:cs typeface="Calibri" panose="020F0502020204030204" pitchFamily="34" charset="0"/>
                        </a:rPr>
                        <m:t>(</m:t>
                      </m:r>
                      <m:r>
                        <a:rPr kumimoji="1" lang="en-US" altLang="ja-JP" sz="2800" b="0" i="1" smtClean="0">
                          <a:latin typeface="Cambria Math" panose="02040503050406030204" pitchFamily="18" charset="0"/>
                          <a:ea typeface="Calibri" panose="020F0502020204030204" pitchFamily="34" charset="0"/>
                          <a:cs typeface="Calibri" panose="020F0502020204030204" pitchFamily="34" charset="0"/>
                        </a:rPr>
                        <m:t>𝑟</m:t>
                      </m:r>
                      <m:sSup>
                        <m:sSupPr>
                          <m:ctrlPr>
                            <a:rPr kumimoji="1" lang="en-US" altLang="ja-JP" sz="2800" b="0" i="1" smtClean="0">
                              <a:solidFill>
                                <a:srgbClr val="FF0000"/>
                              </a:solidFill>
                              <a:latin typeface="Cambria Math" panose="02040503050406030204" pitchFamily="18" charset="0"/>
                              <a:ea typeface="Calibri" panose="020F0502020204030204" pitchFamily="34" charset="0"/>
                              <a:cs typeface="Calibri" panose="020F0502020204030204" pitchFamily="34" charset="0"/>
                            </a:rPr>
                          </m:ctrlPr>
                        </m:sSupPr>
                        <m:e>
                          <m:r>
                            <a:rPr kumimoji="1" lang="en-US" altLang="ja-JP" sz="2800" b="0" i="1" smtClean="0">
                              <a:solidFill>
                                <a:srgbClr val="FF0000"/>
                              </a:solidFill>
                              <a:latin typeface="Cambria Math" panose="02040503050406030204" pitchFamily="18" charset="0"/>
                              <a:ea typeface="Calibri" panose="020F0502020204030204" pitchFamily="34" charset="0"/>
                              <a:cs typeface="Calibri" panose="020F0502020204030204" pitchFamily="34" charset="0"/>
                            </a:rPr>
                            <m:t>2</m:t>
                          </m:r>
                        </m:e>
                        <m:sup>
                          <m:r>
                            <a:rPr kumimoji="1" lang="en-US" altLang="ja-JP" sz="2800" b="0" i="1" smtClean="0">
                              <a:solidFill>
                                <a:srgbClr val="FF0000"/>
                              </a:solidFill>
                              <a:latin typeface="Cambria Math" panose="02040503050406030204" pitchFamily="18" charset="0"/>
                              <a:ea typeface="Calibri" panose="020F0502020204030204" pitchFamily="34" charset="0"/>
                              <a:cs typeface="Calibri" panose="020F0502020204030204" pitchFamily="34" charset="0"/>
                            </a:rPr>
                            <m:t>𝑛</m:t>
                          </m:r>
                        </m:sup>
                      </m:sSup>
                      <m:r>
                        <m:rPr>
                          <m:lit/>
                        </m:rPr>
                        <a:rPr kumimoji="1" lang="en-US" altLang="ja-JP" sz="2800" b="0" i="1" smtClean="0">
                          <a:latin typeface="Cambria Math" panose="02040503050406030204" pitchFamily="18" charset="0"/>
                          <a:ea typeface="Calibri" panose="020F0502020204030204" pitchFamily="34" charset="0"/>
                          <a:cs typeface="Calibri" panose="020F0502020204030204" pitchFamily="34" charset="0"/>
                        </a:rPr>
                        <m:t>/</m:t>
                      </m:r>
                      <m:sSup>
                        <m:sSupPr>
                          <m:ctrlPr>
                            <a:rPr kumimoji="1" lang="en-US" altLang="ja-JP" sz="2800" b="0" i="1" smtClean="0">
                              <a:latin typeface="Cambria Math" panose="02040503050406030204" pitchFamily="18" charset="0"/>
                              <a:ea typeface="Calibri" panose="020F0502020204030204" pitchFamily="34" charset="0"/>
                              <a:cs typeface="Calibri" panose="020F0502020204030204" pitchFamily="34" charset="0"/>
                            </a:rPr>
                          </m:ctrlPr>
                        </m:sSupPr>
                        <m:e>
                          <m:r>
                            <a:rPr kumimoji="1" lang="en-US" altLang="ja-JP" sz="2800" b="0" i="1" smtClean="0">
                              <a:latin typeface="Cambria Math" panose="02040503050406030204" pitchFamily="18" charset="0"/>
                              <a:ea typeface="Calibri" panose="020F0502020204030204" pitchFamily="34" charset="0"/>
                              <a:cs typeface="Calibri" panose="020F0502020204030204" pitchFamily="34" charset="0"/>
                            </a:rPr>
                            <m:t>𝜖</m:t>
                          </m:r>
                        </m:e>
                        <m:sup>
                          <m:r>
                            <a:rPr kumimoji="1" lang="en-US" altLang="ja-JP" sz="2800" b="0" i="1" smtClean="0">
                              <a:latin typeface="Cambria Math" panose="02040503050406030204" pitchFamily="18" charset="0"/>
                              <a:ea typeface="Calibri" panose="020F0502020204030204" pitchFamily="34" charset="0"/>
                              <a:cs typeface="Calibri" panose="020F0502020204030204" pitchFamily="34" charset="0"/>
                            </a:rPr>
                            <m:t>2</m:t>
                          </m:r>
                        </m:sup>
                      </m:sSup>
                      <m:r>
                        <a:rPr kumimoji="1" lang="en-US" altLang="ja-JP" sz="2800" b="0" i="1" smtClean="0">
                          <a:latin typeface="Cambria Math" panose="02040503050406030204" pitchFamily="18" charset="0"/>
                          <a:ea typeface="Calibri" panose="020F0502020204030204" pitchFamily="34" charset="0"/>
                          <a:cs typeface="Calibri" panose="020F0502020204030204" pitchFamily="34" charset="0"/>
                        </a:rPr>
                        <m:t>)</m:t>
                      </m:r>
                    </m:oMath>
                  </a14:m>
                  <a:r>
                    <a:rPr lang="ja-JP" altLang="en-US" sz="2800" dirty="0">
                      <a:latin typeface="Calibri" panose="020F0502020204030204" pitchFamily="34" charset="0"/>
                      <a:cs typeface="Calibri" panose="020F0502020204030204" pitchFamily="34" charset="0"/>
                    </a:rPr>
                    <a:t>　</a:t>
                  </a:r>
                </a:p>
              </p:txBody>
            </p:sp>
          </mc:Choice>
          <mc:Fallback xmlns="">
            <p:sp>
              <p:nvSpPr>
                <p:cNvPr id="13" name="テキスト ボックス 12">
                  <a:extLst>
                    <a:ext uri="{FF2B5EF4-FFF2-40B4-BE49-F238E27FC236}">
                      <a16:creationId xmlns:a16="http://schemas.microsoft.com/office/drawing/2014/main" id="{F4801A37-0A69-E262-4409-5E0BBF512994}"/>
                    </a:ext>
                  </a:extLst>
                </p:cNvPr>
                <p:cNvSpPr txBox="1">
                  <a:spLocks noRot="1" noChangeAspect="1" noMove="1" noResize="1" noEditPoints="1" noAdjustHandles="1" noChangeArrowheads="1" noChangeShapeType="1" noTextEdit="1"/>
                </p:cNvSpPr>
                <p:nvPr/>
              </p:nvSpPr>
              <p:spPr>
                <a:xfrm>
                  <a:off x="8203288" y="4289262"/>
                  <a:ext cx="2075566" cy="523220"/>
                </a:xfrm>
                <a:prstGeom prst="rect">
                  <a:avLst/>
                </a:prstGeom>
                <a:blipFill>
                  <a:blip r:embed="rId6"/>
                  <a:stretch>
                    <a:fillRect/>
                  </a:stretch>
                </a:blipFill>
              </p:spPr>
              <p:txBody>
                <a:bodyPr/>
                <a:lstStyle/>
                <a:p>
                  <a:r>
                    <a:rPr lang="ja-JP" altLang="en-US">
                      <a:noFill/>
                    </a:rPr>
                    <a:t> </a:t>
                  </a:r>
                </a:p>
              </p:txBody>
            </p:sp>
          </mc:Fallback>
        </mc:AlternateContent>
      </p:grpSp>
      <p:sp>
        <p:nvSpPr>
          <p:cNvPr id="14" name="テキスト ボックス 13">
            <a:extLst>
              <a:ext uri="{FF2B5EF4-FFF2-40B4-BE49-F238E27FC236}">
                <a16:creationId xmlns:a16="http://schemas.microsoft.com/office/drawing/2014/main" id="{05AB678E-CC75-EF0F-DF3F-A79AD45E78E6}"/>
              </a:ext>
            </a:extLst>
          </p:cNvPr>
          <p:cNvSpPr txBox="1"/>
          <p:nvPr/>
        </p:nvSpPr>
        <p:spPr>
          <a:xfrm>
            <a:off x="654005" y="5644100"/>
            <a:ext cx="10791134" cy="707886"/>
          </a:xfrm>
          <a:prstGeom prst="rect">
            <a:avLst/>
          </a:prstGeom>
          <a:noFill/>
        </p:spPr>
        <p:txBody>
          <a:bodyPr wrap="square" rtlCol="0">
            <a:spAutoFit/>
          </a:bodyPr>
          <a:lstStyle/>
          <a:p>
            <a:pPr algn="l"/>
            <a:r>
              <a:rPr kumimoji="1" lang="en-US" altLang="ja-JP" sz="2000" dirty="0">
                <a:latin typeface="Calibri" panose="020F0502020204030204" pitchFamily="34" charset="0"/>
                <a:ea typeface="Calibri" panose="020F0502020204030204" pitchFamily="34" charset="0"/>
                <a:cs typeface="Calibri" panose="020F0502020204030204" pitchFamily="34" charset="0"/>
              </a:rPr>
              <a:t>Low Pauli-rank </a:t>
            </a:r>
            <a:r>
              <a:rPr kumimoji="1" lang="ja-JP" altLang="en-US" sz="2000" dirty="0">
                <a:latin typeface="Calibri" panose="020F0502020204030204" pitchFamily="34" charset="0"/>
                <a:ea typeface="Calibri" panose="020F0502020204030204" pitchFamily="34" charset="0"/>
                <a:cs typeface="Calibri" panose="020F0502020204030204" pitchFamily="34" charset="0"/>
              </a:rPr>
              <a:t>性が効いているのか、効いているとしたらどう効いているのか</a:t>
            </a:r>
            <a:endParaRPr kumimoji="1" lang="en-US" altLang="ja-JP" sz="2000" dirty="0">
              <a:latin typeface="Calibri" panose="020F0502020204030204" pitchFamily="34" charset="0"/>
              <a:ea typeface="Calibri" panose="020F0502020204030204" pitchFamily="34" charset="0"/>
              <a:cs typeface="Calibri" panose="020F0502020204030204" pitchFamily="34" charset="0"/>
            </a:endParaRPr>
          </a:p>
          <a:p>
            <a:pPr algn="l"/>
            <a:r>
              <a:rPr kumimoji="1" lang="ja-JP" altLang="en-US" sz="2000" dirty="0">
                <a:latin typeface="Calibri" panose="020F0502020204030204" pitchFamily="34" charset="0"/>
                <a:ea typeface="Calibri" panose="020F0502020204030204" pitchFamily="34" charset="0"/>
                <a:cs typeface="Calibri" panose="020F0502020204030204" pitchFamily="34" charset="0"/>
              </a:rPr>
              <a:t>といったことに対する議論は今後の課題である。</a:t>
            </a:r>
          </a:p>
        </p:txBody>
      </p:sp>
      <p:sp>
        <p:nvSpPr>
          <p:cNvPr id="2" name="正方形/長方形 1">
            <a:extLst>
              <a:ext uri="{FF2B5EF4-FFF2-40B4-BE49-F238E27FC236}">
                <a16:creationId xmlns:a16="http://schemas.microsoft.com/office/drawing/2014/main" id="{C425CE54-9BB9-F654-D757-DAA35F075E55}"/>
              </a:ext>
            </a:extLst>
          </p:cNvPr>
          <p:cNvSpPr/>
          <p:nvPr/>
        </p:nvSpPr>
        <p:spPr>
          <a:xfrm>
            <a:off x="10236821" y="0"/>
            <a:ext cx="1955179" cy="433137"/>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ja-JP" dirty="0"/>
              <a:t>Appendix</a:t>
            </a:r>
            <a:endParaRPr kumimoji="1" lang="ja-JP" altLang="en-US"/>
          </a:p>
        </p:txBody>
      </p: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579E0E3F-C5D2-DC24-0259-73033CEEE665}"/>
                  </a:ext>
                </a:extLst>
              </p:cNvPr>
              <p:cNvSpPr txBox="1"/>
              <p:nvPr/>
            </p:nvSpPr>
            <p:spPr>
              <a:xfrm>
                <a:off x="5585058" y="3262772"/>
                <a:ext cx="1416840" cy="369332"/>
              </a:xfrm>
              <a:prstGeom prst="rect">
                <a:avLst/>
              </a:prstGeom>
              <a:noFill/>
            </p:spPr>
            <p:txBody>
              <a:bodyPr wrap="square">
                <a:spAutoFit/>
              </a:bodyPr>
              <a:lstStyle/>
              <a:p>
                <a14:m>
                  <m:oMath xmlns:m="http://schemas.openxmlformats.org/officeDocument/2006/math">
                    <m:r>
                      <a:rPr kumimoji="1" lang="en-US" altLang="ja-JP" sz="1800" b="0" i="1" smtClean="0">
                        <a:latin typeface="Cambria Math" panose="02040503050406030204" pitchFamily="18" charset="0"/>
                        <a:ea typeface="Calibri" panose="020F0502020204030204" pitchFamily="34" charset="0"/>
                        <a:cs typeface="Calibri" panose="020F0502020204030204" pitchFamily="34" charset="0"/>
                      </a:rPr>
                      <m:t>3&lt;</m:t>
                    </m:r>
                    <m:r>
                      <a:rPr kumimoji="1" lang="en-US" altLang="ja-JP" sz="1800" b="0" i="1" smtClean="0">
                        <a:latin typeface="Cambria Math" panose="02040503050406030204" pitchFamily="18" charset="0"/>
                        <a:ea typeface="Cambria Math" panose="02040503050406030204" pitchFamily="18" charset="0"/>
                        <a:cs typeface="Calibri" panose="020F0502020204030204" pitchFamily="34" charset="0"/>
                      </a:rPr>
                      <m:t>𝛼</m:t>
                    </m:r>
                    <m:r>
                      <a:rPr kumimoji="1" lang="en-US" altLang="ja-JP" sz="1800" b="0" i="1" smtClean="0">
                        <a:latin typeface="Cambria Math" panose="02040503050406030204" pitchFamily="18" charset="0"/>
                        <a:ea typeface="Cambria Math" panose="02040503050406030204" pitchFamily="18" charset="0"/>
                        <a:cs typeface="Calibri" panose="020F0502020204030204" pitchFamily="34" charset="0"/>
                      </a:rPr>
                      <m:t>&lt;4</m:t>
                    </m:r>
                  </m:oMath>
                </a14:m>
                <a:r>
                  <a:rPr lang="ja-JP" altLang="en-US" sz="1800" dirty="0">
                    <a:latin typeface="Calibri" panose="020F0502020204030204" pitchFamily="34" charset="0"/>
                    <a:cs typeface="Calibri" panose="020F0502020204030204" pitchFamily="34" charset="0"/>
                  </a:rPr>
                  <a:t>　</a:t>
                </a:r>
                <a:endParaRPr lang="ja-JP" altLang="en-US"/>
              </a:p>
            </p:txBody>
          </p:sp>
        </mc:Choice>
        <mc:Fallback xmlns="">
          <p:sp>
            <p:nvSpPr>
              <p:cNvPr id="8" name="テキスト ボックス 7">
                <a:extLst>
                  <a:ext uri="{FF2B5EF4-FFF2-40B4-BE49-F238E27FC236}">
                    <a16:creationId xmlns:a16="http://schemas.microsoft.com/office/drawing/2014/main" id="{579E0E3F-C5D2-DC24-0259-73033CEEE665}"/>
                  </a:ext>
                </a:extLst>
              </p:cNvPr>
              <p:cNvSpPr txBox="1">
                <a:spLocks noRot="1" noChangeAspect="1" noMove="1" noResize="1" noEditPoints="1" noAdjustHandles="1" noChangeArrowheads="1" noChangeShapeType="1" noTextEdit="1"/>
              </p:cNvSpPr>
              <p:nvPr/>
            </p:nvSpPr>
            <p:spPr>
              <a:xfrm>
                <a:off x="5585058" y="3262772"/>
                <a:ext cx="1416840" cy="369332"/>
              </a:xfrm>
              <a:prstGeom prst="rect">
                <a:avLst/>
              </a:prstGeom>
              <a:blipFill>
                <a:blip r:embed="rId7"/>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8384513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タイトル 1">
            <a:extLst>
              <a:ext uri="{FF2B5EF4-FFF2-40B4-BE49-F238E27FC236}">
                <a16:creationId xmlns:a16="http://schemas.microsoft.com/office/drawing/2014/main" id="{30AD3F0B-E802-0529-3261-4DE0B6E1CAD8}"/>
              </a:ext>
            </a:extLst>
          </p:cNvPr>
          <p:cNvSpPr>
            <a:spLocks noGrp="1"/>
          </p:cNvSpPr>
          <p:nvPr>
            <p:ph type="title"/>
          </p:nvPr>
        </p:nvSpPr>
        <p:spPr>
          <a:xfrm>
            <a:off x="0" y="41698"/>
            <a:ext cx="10515600" cy="946077"/>
          </a:xfrm>
        </p:spPr>
        <p:txBody>
          <a:bodyPr>
            <a:normAutofit fontScale="90000"/>
          </a:bodyPr>
          <a:lstStyle/>
          <a:p>
            <a:r>
              <a:rPr kumimoji="1" lang="en-US" altLang="ja-JP" dirty="0">
                <a:latin typeface="Arial" panose="020B0604020202020204" pitchFamily="34" charset="0"/>
                <a:cs typeface="Arial" panose="020B0604020202020204" pitchFamily="34" charset="0"/>
              </a:rPr>
              <a:t>2.3.1 CST</a:t>
            </a:r>
            <a:r>
              <a:rPr kumimoji="1" lang="ja-JP" altLang="en-US">
                <a:latin typeface="Arial" panose="020B0604020202020204" pitchFamily="34" charset="0"/>
                <a:cs typeface="Arial" panose="020B0604020202020204" pitchFamily="34" charset="0"/>
              </a:rPr>
              <a:t>を</a:t>
            </a:r>
            <a:r>
              <a:rPr kumimoji="1" lang="en-US" altLang="ja-JP" dirty="0">
                <a:latin typeface="Arial" panose="020B0604020202020204" pitchFamily="34" charset="0"/>
                <a:cs typeface="Arial" panose="020B0604020202020204" pitchFamily="34" charset="0"/>
              </a:rPr>
              <a:t>Ising model</a:t>
            </a:r>
            <a:r>
              <a:rPr kumimoji="1" lang="ja-JP" altLang="en-US">
                <a:latin typeface="Arial" panose="020B0604020202020204" pitchFamily="34" charset="0"/>
                <a:cs typeface="Arial" panose="020B0604020202020204" pitchFamily="34" charset="0"/>
              </a:rPr>
              <a:t>の基底状態の解析</a:t>
            </a:r>
            <a:endParaRPr kumimoji="1" lang="ja-JP" altLang="en-US" b="1" dirty="0"/>
          </a:p>
        </p:txBody>
      </p:sp>
      <p:pic>
        <p:nvPicPr>
          <p:cNvPr id="7" name="コンテンツ プレースホルダー 6" descr="ダイアグラム&#10;&#10;AI 生成コンテンツは誤りを含む可能性があります。">
            <a:extLst>
              <a:ext uri="{FF2B5EF4-FFF2-40B4-BE49-F238E27FC236}">
                <a16:creationId xmlns:a16="http://schemas.microsoft.com/office/drawing/2014/main" id="{2AA74BB6-932D-B18A-EE01-654E49CA8E36}"/>
              </a:ext>
            </a:extLst>
          </p:cNvPr>
          <p:cNvPicPr>
            <a:picLocks noGrp="1" noChangeAspect="1"/>
          </p:cNvPicPr>
          <p:nvPr>
            <p:ph idx="1"/>
          </p:nvPr>
        </p:nvPicPr>
        <p:blipFill>
          <a:blip r:embed="rId2"/>
          <a:srcRect l="5234" t="24427" r="81361" b="28762"/>
          <a:stretch>
            <a:fillRect/>
          </a:stretch>
        </p:blipFill>
        <p:spPr>
          <a:xfrm>
            <a:off x="104775" y="2876190"/>
            <a:ext cx="1409700" cy="1495425"/>
          </a:xfrm>
        </p:spPr>
      </p:pic>
      <p:pic>
        <p:nvPicPr>
          <p:cNvPr id="8" name="コンテンツ プレースホルダー 6" descr="ダイアグラム&#10;&#10;AI 生成コンテンツは誤りを含む可能性があります。">
            <a:extLst>
              <a:ext uri="{FF2B5EF4-FFF2-40B4-BE49-F238E27FC236}">
                <a16:creationId xmlns:a16="http://schemas.microsoft.com/office/drawing/2014/main" id="{2220B0F9-A3E5-9D08-6CB0-BB0092C3C1D0}"/>
              </a:ext>
            </a:extLst>
          </p:cNvPr>
          <p:cNvPicPr>
            <a:picLocks noChangeAspect="1"/>
          </p:cNvPicPr>
          <p:nvPr/>
        </p:nvPicPr>
        <p:blipFill>
          <a:blip r:embed="rId2"/>
          <a:srcRect l="31683" t="24854" r="54731" b="29827"/>
          <a:stretch>
            <a:fillRect/>
          </a:stretch>
        </p:blipFill>
        <p:spPr>
          <a:xfrm>
            <a:off x="5409510" y="3009538"/>
            <a:ext cx="1428751" cy="1447801"/>
          </a:xfrm>
          <a:prstGeom prst="rect">
            <a:avLst/>
          </a:prstGeom>
        </p:spPr>
      </p:pic>
      <p:sp>
        <p:nvSpPr>
          <p:cNvPr id="11" name="タイトル 1">
            <a:extLst>
              <a:ext uri="{FF2B5EF4-FFF2-40B4-BE49-F238E27FC236}">
                <a16:creationId xmlns:a16="http://schemas.microsoft.com/office/drawing/2014/main" id="{0F2C8E70-56DB-1E51-3D69-41B95C7C1063}"/>
              </a:ext>
            </a:extLst>
          </p:cNvPr>
          <p:cNvSpPr txBox="1">
            <a:spLocks/>
          </p:cNvSpPr>
          <p:nvPr/>
        </p:nvSpPr>
        <p:spPr>
          <a:xfrm>
            <a:off x="2346868" y="780590"/>
            <a:ext cx="3460959" cy="119646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2800" dirty="0">
                <a:latin typeface="Arial" panose="020B0604020202020204" pitchFamily="34" charset="0"/>
                <a:cs typeface="Arial" panose="020B0604020202020204" pitchFamily="34" charset="0"/>
              </a:rPr>
              <a:t>Ising model</a:t>
            </a:r>
            <a:endParaRPr lang="ja-JP" altLang="en-US" sz="2800" dirty="0">
              <a:latin typeface="Arial" panose="020B0604020202020204" pitchFamily="34" charset="0"/>
              <a:cs typeface="Arial" panose="020B0604020202020204" pitchFamily="34" charset="0"/>
            </a:endParaRPr>
          </a:p>
        </p:txBody>
      </p:sp>
      <p:pic>
        <p:nvPicPr>
          <p:cNvPr id="13" name="图片 12">
            <a:extLst>
              <a:ext uri="{FF2B5EF4-FFF2-40B4-BE49-F238E27FC236}">
                <a16:creationId xmlns:a16="http://schemas.microsoft.com/office/drawing/2014/main" id="{B3320D7E-DE7E-9104-AFEA-5018FC121E32}"/>
              </a:ext>
            </a:extLst>
          </p:cNvPr>
          <p:cNvPicPr>
            <a:picLocks noChangeAspect="1"/>
          </p:cNvPicPr>
          <p:nvPr/>
        </p:nvPicPr>
        <p:blipFill>
          <a:blip r:embed="rId3"/>
          <a:stretch>
            <a:fillRect/>
          </a:stretch>
        </p:blipFill>
        <p:spPr>
          <a:xfrm>
            <a:off x="2227894" y="1977055"/>
            <a:ext cx="2422844" cy="823296"/>
          </a:xfrm>
          <a:prstGeom prst="rect">
            <a:avLst/>
          </a:prstGeom>
        </p:spPr>
      </p:pic>
      <p:pic>
        <p:nvPicPr>
          <p:cNvPr id="15" name="图片 14">
            <a:extLst>
              <a:ext uri="{FF2B5EF4-FFF2-40B4-BE49-F238E27FC236}">
                <a16:creationId xmlns:a16="http://schemas.microsoft.com/office/drawing/2014/main" id="{A02D2B4C-2D8F-744A-87D5-BDE3993F4438}"/>
              </a:ext>
            </a:extLst>
          </p:cNvPr>
          <p:cNvPicPr>
            <a:picLocks noChangeAspect="1"/>
          </p:cNvPicPr>
          <p:nvPr/>
        </p:nvPicPr>
        <p:blipFill>
          <a:blip r:embed="rId4"/>
          <a:stretch>
            <a:fillRect/>
          </a:stretch>
        </p:blipFill>
        <p:spPr>
          <a:xfrm>
            <a:off x="1677280" y="2800351"/>
            <a:ext cx="3524073" cy="1619760"/>
          </a:xfrm>
          <a:prstGeom prst="rect">
            <a:avLst/>
          </a:prstGeom>
        </p:spPr>
      </p:pic>
      <p:sp>
        <p:nvSpPr>
          <p:cNvPr id="16" name="タイトル 1">
            <a:extLst>
              <a:ext uri="{FF2B5EF4-FFF2-40B4-BE49-F238E27FC236}">
                <a16:creationId xmlns:a16="http://schemas.microsoft.com/office/drawing/2014/main" id="{0770045E-4BB9-2E0F-BB02-FA1BEBE4363D}"/>
              </a:ext>
            </a:extLst>
          </p:cNvPr>
          <p:cNvSpPr txBox="1">
            <a:spLocks/>
          </p:cNvSpPr>
          <p:nvPr/>
        </p:nvSpPr>
        <p:spPr>
          <a:xfrm>
            <a:off x="2662927" y="4285910"/>
            <a:ext cx="1280424" cy="73376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2800" dirty="0">
                <a:latin typeface="Arial" panose="020B0604020202020204" pitchFamily="34" charset="0"/>
                <a:cs typeface="Arial" panose="020B0604020202020204" pitchFamily="34" charset="0"/>
              </a:rPr>
              <a:t>SWAP</a:t>
            </a:r>
            <a:endParaRPr lang="ja-JP" altLang="en-US" sz="2800" dirty="0">
              <a:latin typeface="Arial" panose="020B0604020202020204" pitchFamily="34" charset="0"/>
              <a:cs typeface="Arial" panose="020B0604020202020204" pitchFamily="34" charset="0"/>
            </a:endParaRPr>
          </a:p>
        </p:txBody>
      </p:sp>
      <p:cxnSp>
        <p:nvCxnSpPr>
          <p:cNvPr id="18" name="连接符: 肘形 17">
            <a:extLst>
              <a:ext uri="{FF2B5EF4-FFF2-40B4-BE49-F238E27FC236}">
                <a16:creationId xmlns:a16="http://schemas.microsoft.com/office/drawing/2014/main" id="{AC74F565-D085-375C-3C71-65A07D0C90C3}"/>
              </a:ext>
            </a:extLst>
          </p:cNvPr>
          <p:cNvCxnSpPr>
            <a:cxnSpLocks/>
          </p:cNvCxnSpPr>
          <p:nvPr/>
        </p:nvCxnSpPr>
        <p:spPr>
          <a:xfrm flipV="1">
            <a:off x="3547372" y="3448050"/>
            <a:ext cx="3724275" cy="2177681"/>
          </a:xfrm>
          <a:prstGeom prst="bentConnector3">
            <a:avLst>
              <a:gd name="adj1" fmla="val 89642"/>
            </a:avLst>
          </a:prstGeom>
          <a:ln w="28575"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4" name="タイトル 1">
            <a:extLst>
              <a:ext uri="{FF2B5EF4-FFF2-40B4-BE49-F238E27FC236}">
                <a16:creationId xmlns:a16="http://schemas.microsoft.com/office/drawing/2014/main" id="{06D7A38F-83CC-644C-785E-5439C9D069CD}"/>
              </a:ext>
            </a:extLst>
          </p:cNvPr>
          <p:cNvSpPr txBox="1">
            <a:spLocks/>
          </p:cNvSpPr>
          <p:nvPr/>
        </p:nvSpPr>
        <p:spPr>
          <a:xfrm>
            <a:off x="8085964" y="780590"/>
            <a:ext cx="3460959" cy="119646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2800" dirty="0">
                <a:latin typeface="Arial" panose="020B0604020202020204" pitchFamily="34" charset="0"/>
                <a:cs typeface="Arial" panose="020B0604020202020204" pitchFamily="34" charset="0"/>
              </a:rPr>
              <a:t>Classic shadow</a:t>
            </a:r>
            <a:endParaRPr lang="ja-JP" altLang="en-US" sz="2800" dirty="0">
              <a:latin typeface="Arial" panose="020B0604020202020204" pitchFamily="34" charset="0"/>
              <a:cs typeface="Arial" panose="020B0604020202020204" pitchFamily="34" charset="0"/>
            </a:endParaRPr>
          </a:p>
        </p:txBody>
      </p:sp>
      <p:pic>
        <p:nvPicPr>
          <p:cNvPr id="26" name="图片 25">
            <a:extLst>
              <a:ext uri="{FF2B5EF4-FFF2-40B4-BE49-F238E27FC236}">
                <a16:creationId xmlns:a16="http://schemas.microsoft.com/office/drawing/2014/main" id="{554F55B4-0EB9-C8BC-3C3F-A75E115A4A79}"/>
              </a:ext>
            </a:extLst>
          </p:cNvPr>
          <p:cNvPicPr>
            <a:picLocks noChangeAspect="1"/>
          </p:cNvPicPr>
          <p:nvPr/>
        </p:nvPicPr>
        <p:blipFill>
          <a:blip r:embed="rId5"/>
          <a:srcRect r="3919"/>
          <a:stretch>
            <a:fillRect/>
          </a:stretch>
        </p:blipFill>
        <p:spPr>
          <a:xfrm>
            <a:off x="6990649" y="1687884"/>
            <a:ext cx="5208068" cy="1267002"/>
          </a:xfrm>
          <a:prstGeom prst="rect">
            <a:avLst/>
          </a:prstGeom>
        </p:spPr>
      </p:pic>
      <p:sp>
        <p:nvSpPr>
          <p:cNvPr id="28" name="文本框 27">
            <a:extLst>
              <a:ext uri="{FF2B5EF4-FFF2-40B4-BE49-F238E27FC236}">
                <a16:creationId xmlns:a16="http://schemas.microsoft.com/office/drawing/2014/main" id="{E4D4285B-4B2C-0D38-1124-517592FF995E}"/>
              </a:ext>
            </a:extLst>
          </p:cNvPr>
          <p:cNvSpPr txBox="1"/>
          <p:nvPr/>
        </p:nvSpPr>
        <p:spPr>
          <a:xfrm>
            <a:off x="1675203" y="5405539"/>
            <a:ext cx="2822640" cy="523220"/>
          </a:xfrm>
          <a:prstGeom prst="rect">
            <a:avLst/>
          </a:prstGeom>
          <a:noFill/>
        </p:spPr>
        <p:txBody>
          <a:bodyPr wrap="square" rtlCol="0">
            <a:spAutoFit/>
          </a:bodyPr>
          <a:lstStyle/>
          <a:p>
            <a:r>
              <a:rPr lang="ja-JP" altLang="en-US" sz="2800" dirty="0"/>
              <a:t>基底状態</a:t>
            </a:r>
            <a:r>
              <a:rPr lang="en-US" altLang="zh-CN" sz="2800" dirty="0"/>
              <a:t>ρ</a:t>
            </a:r>
            <a:endParaRPr kumimoji="1" lang="ja-JP" altLang="en-US" sz="2800" dirty="0"/>
          </a:p>
        </p:txBody>
      </p:sp>
      <p:sp>
        <p:nvSpPr>
          <p:cNvPr id="29" name="箭头: 虚尾 28">
            <a:extLst>
              <a:ext uri="{FF2B5EF4-FFF2-40B4-BE49-F238E27FC236}">
                <a16:creationId xmlns:a16="http://schemas.microsoft.com/office/drawing/2014/main" id="{AE5AE8DF-6D77-1E49-274E-A21819AF96AA}"/>
              </a:ext>
            </a:extLst>
          </p:cNvPr>
          <p:cNvSpPr/>
          <p:nvPr/>
        </p:nvSpPr>
        <p:spPr>
          <a:xfrm rot="5400000">
            <a:off x="3086790" y="4755701"/>
            <a:ext cx="432698" cy="701306"/>
          </a:xfrm>
          <a:prstGeom prst="stripedRightArrow">
            <a:avLst/>
          </a:prstGeom>
          <a:solidFill>
            <a:srgbClr val="81B2EB"/>
          </a:solidFill>
          <a:ln>
            <a:solidFill>
              <a:srgbClr val="81B2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箭头: 虚尾 29">
            <a:extLst>
              <a:ext uri="{FF2B5EF4-FFF2-40B4-BE49-F238E27FC236}">
                <a16:creationId xmlns:a16="http://schemas.microsoft.com/office/drawing/2014/main" id="{57506590-330D-F5F3-3016-1B7245EF356C}"/>
              </a:ext>
            </a:extLst>
          </p:cNvPr>
          <p:cNvSpPr/>
          <p:nvPr/>
        </p:nvSpPr>
        <p:spPr>
          <a:xfrm rot="5400000">
            <a:off x="9190255" y="2907851"/>
            <a:ext cx="432698" cy="701306"/>
          </a:xfrm>
          <a:prstGeom prst="stripedRightArrow">
            <a:avLst/>
          </a:prstGeom>
          <a:solidFill>
            <a:srgbClr val="81B2EB"/>
          </a:solidFill>
          <a:ln>
            <a:solidFill>
              <a:srgbClr val="81B2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矩形: 圆角 30">
            <a:extLst>
              <a:ext uri="{FF2B5EF4-FFF2-40B4-BE49-F238E27FC236}">
                <a16:creationId xmlns:a16="http://schemas.microsoft.com/office/drawing/2014/main" id="{CA466F88-41C9-9BEE-AF63-88C79739174B}"/>
              </a:ext>
            </a:extLst>
          </p:cNvPr>
          <p:cNvSpPr/>
          <p:nvPr/>
        </p:nvSpPr>
        <p:spPr>
          <a:xfrm>
            <a:off x="7694158" y="3623902"/>
            <a:ext cx="3606869" cy="2571750"/>
          </a:xfrm>
          <a:prstGeom prst="roundRect">
            <a:avLst>
              <a:gd name="adj" fmla="val 100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タイトル 1">
            <a:extLst>
              <a:ext uri="{FF2B5EF4-FFF2-40B4-BE49-F238E27FC236}">
                <a16:creationId xmlns:a16="http://schemas.microsoft.com/office/drawing/2014/main" id="{1D790408-9CAB-6A02-5396-4897C09D4B66}"/>
              </a:ext>
            </a:extLst>
          </p:cNvPr>
          <p:cNvSpPr txBox="1">
            <a:spLocks/>
          </p:cNvSpPr>
          <p:nvPr/>
        </p:nvSpPr>
        <p:spPr>
          <a:xfrm>
            <a:off x="8524113" y="3304882"/>
            <a:ext cx="3460959" cy="119646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2800" dirty="0">
                <a:latin typeface="Arial" panose="020B0604020202020204" pitchFamily="34" charset="0"/>
                <a:cs typeface="Arial" panose="020B0604020202020204" pitchFamily="34" charset="0"/>
              </a:rPr>
              <a:t>Prediction</a:t>
            </a:r>
            <a:endParaRPr lang="ja-JP" altLang="en-US" sz="2800" dirty="0">
              <a:latin typeface="Arial" panose="020B0604020202020204" pitchFamily="34" charset="0"/>
              <a:cs typeface="Arial" panose="020B0604020202020204" pitchFamily="34" charset="0"/>
            </a:endParaRPr>
          </a:p>
        </p:txBody>
      </p:sp>
      <p:sp>
        <p:nvSpPr>
          <p:cNvPr id="33" name="文本框 32">
            <a:extLst>
              <a:ext uri="{FF2B5EF4-FFF2-40B4-BE49-F238E27FC236}">
                <a16:creationId xmlns:a16="http://schemas.microsoft.com/office/drawing/2014/main" id="{DE0B74C2-A42C-D0E5-8D52-F9D8BBDCE63E}"/>
              </a:ext>
            </a:extLst>
          </p:cNvPr>
          <p:cNvSpPr txBox="1"/>
          <p:nvPr/>
        </p:nvSpPr>
        <p:spPr>
          <a:xfrm>
            <a:off x="8290250" y="4143869"/>
            <a:ext cx="3352800" cy="1815882"/>
          </a:xfrm>
          <a:prstGeom prst="rect">
            <a:avLst/>
          </a:prstGeom>
          <a:noFill/>
        </p:spPr>
        <p:txBody>
          <a:bodyPr wrap="square" rtlCol="0">
            <a:spAutoFit/>
          </a:bodyPr>
          <a:lstStyle/>
          <a:p>
            <a:pPr marL="285750" indent="-285750">
              <a:buFont typeface="Arial" panose="020B0604020202020204" pitchFamily="34" charset="0"/>
              <a:buChar char="•"/>
            </a:pPr>
            <a:r>
              <a:rPr lang="ja-JP" altLang="en-US" sz="2800" dirty="0">
                <a:latin typeface="Arial" panose="020B0604020202020204" pitchFamily="34" charset="0"/>
                <a:cs typeface="Arial" panose="020B0604020202020204" pitchFamily="34" charset="0"/>
              </a:rPr>
              <a:t>磁化率</a:t>
            </a:r>
            <a:endParaRPr lang="en-US" altLang="ja-JP" sz="28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kumimoji="1" lang="ja-JP" altLang="en-US" sz="2800" dirty="0">
                <a:latin typeface="Arial" panose="020B0604020202020204" pitchFamily="34" charset="0"/>
                <a:cs typeface="Arial" panose="020B0604020202020204" pitchFamily="34" charset="0"/>
              </a:rPr>
              <a:t>比熱</a:t>
            </a:r>
            <a:endParaRPr kumimoji="1" lang="en-US" altLang="ja-JP" sz="28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ja-JP" altLang="en-US" sz="2800" dirty="0">
                <a:latin typeface="Arial" panose="020B0604020202020204" pitchFamily="34" charset="0"/>
                <a:cs typeface="Arial" panose="020B0604020202020204" pitchFamily="34" charset="0"/>
              </a:rPr>
              <a:t>相関関数</a:t>
            </a:r>
            <a:endParaRPr lang="en-US" altLang="ja-JP" sz="28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kumimoji="1" lang="ja-JP" altLang="en-US" sz="2800" dirty="0">
                <a:latin typeface="Arial" panose="020B0604020202020204" pitchFamily="34" charset="0"/>
                <a:cs typeface="Arial" panose="020B0604020202020204" pitchFamily="34" charset="0"/>
              </a:rPr>
              <a:t>臨界指数</a:t>
            </a:r>
          </a:p>
        </p:txBody>
      </p:sp>
      <p:sp>
        <p:nvSpPr>
          <p:cNvPr id="2" name="正方形/長方形 1">
            <a:extLst>
              <a:ext uri="{FF2B5EF4-FFF2-40B4-BE49-F238E27FC236}">
                <a16:creationId xmlns:a16="http://schemas.microsoft.com/office/drawing/2014/main" id="{AD1E3494-F2E2-DCB7-32BC-91D706FDE316}"/>
              </a:ext>
            </a:extLst>
          </p:cNvPr>
          <p:cNvSpPr/>
          <p:nvPr/>
        </p:nvSpPr>
        <p:spPr>
          <a:xfrm>
            <a:off x="10236821" y="0"/>
            <a:ext cx="1955179" cy="433137"/>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ja-JP" dirty="0"/>
              <a:t>Experiment</a:t>
            </a:r>
            <a:endParaRPr kumimoji="1" lang="ja-JP" altLang="en-US"/>
          </a:p>
        </p:txBody>
      </p:sp>
    </p:spTree>
    <p:extLst>
      <p:ext uri="{BB962C8B-B14F-4D97-AF65-F5344CB8AC3E}">
        <p14:creationId xmlns:p14="http://schemas.microsoft.com/office/powerpoint/2010/main" val="131408189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4042</TotalTime>
  <Words>1565</Words>
  <Application>Microsoft Macintosh PowerPoint</Application>
  <PresentationFormat>ワイド画面</PresentationFormat>
  <Paragraphs>163</Paragraphs>
  <Slides>15</Slides>
  <Notes>2</Notes>
  <HiddenSlides>2</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15</vt:i4>
      </vt:variant>
    </vt:vector>
  </HeadingPairs>
  <TitlesOfParts>
    <vt:vector size="21" baseType="lpstr">
      <vt:lpstr>游ゴシック</vt:lpstr>
      <vt:lpstr>游ゴシック Light</vt:lpstr>
      <vt:lpstr>Arial</vt:lpstr>
      <vt:lpstr>Calibri</vt:lpstr>
      <vt:lpstr>Cambria Math</vt:lpstr>
      <vt:lpstr>Office テーマ</vt:lpstr>
      <vt:lpstr>1.1 Classical Shadow Tomography (CST)</vt:lpstr>
      <vt:lpstr>1.2 Classical Shadow Tomography (CST)</vt:lpstr>
      <vt:lpstr>1.3 CSTが優れた手法となる条件</vt:lpstr>
      <vt:lpstr>2.1.1 GHZ状態の2-local Pauliの期待値推定</vt:lpstr>
      <vt:lpstr>2.1.2 GHZ状態の2-local Pauliの期待値推定</vt:lpstr>
      <vt:lpstr>2.1.3 GHZ状態のk-local Pauliの期待値推定</vt:lpstr>
      <vt:lpstr>2.2 クラスター状態のk-local PauliのFidelity推定</vt:lpstr>
      <vt:lpstr>2.3.1 CSTをIsing modelの基底状態の解析</vt:lpstr>
      <vt:lpstr>2.3.2 CSTをIsing modelの基底状態の解析</vt:lpstr>
      <vt:lpstr>まとめ</vt:lpstr>
      <vt:lpstr>補足）Uとして選ぶアンサンブルが重要</vt:lpstr>
      <vt:lpstr>PowerPoint プレゼンテーション</vt:lpstr>
      <vt:lpstr>PowerPoint プレゼンテーション</vt:lpstr>
      <vt:lpstr>PowerPoint プレゼンテーション</vt:lpstr>
      <vt:lpstr>2.3.1 CSTをIsing modelの基底状態の解析</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久保　亘</dc:creator>
  <cp:lastModifiedBy>久保　亘</cp:lastModifiedBy>
  <cp:revision>1</cp:revision>
  <dcterms:created xsi:type="dcterms:W3CDTF">2025-11-04T11:33:25Z</dcterms:created>
  <dcterms:modified xsi:type="dcterms:W3CDTF">2025-11-08T05:58:48Z</dcterms:modified>
</cp:coreProperties>
</file>